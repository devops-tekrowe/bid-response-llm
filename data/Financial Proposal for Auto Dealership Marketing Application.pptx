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Lst>
  <p:notesMasterIdLst>
    <p:notesMasterId r:id="rId16"/>
  </p:notesMasterIdLst>
  <p:sldIdLst>
    <p:sldId id="256" r:id="rId6"/>
    <p:sldId id="264" r:id="rId7"/>
    <p:sldId id="265" r:id="rId8"/>
    <p:sldId id="274" r:id="rId9"/>
    <p:sldId id="276" r:id="rId10"/>
    <p:sldId id="278" r:id="rId11"/>
    <p:sldId id="279" r:id="rId12"/>
    <p:sldId id="280" r:id="rId13"/>
    <p:sldId id="275" r:id="rId14"/>
    <p:sldId id="277" r:id="rId15"/>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472C"/>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D18AC6-2F5B-AE4F-AEC7-4A504735D3DD}" v="1" dt="2023-10-16T18:56:57.8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31"/>
    <p:restoredTop sz="94694"/>
  </p:normalViewPr>
  <p:slideViewPr>
    <p:cSldViewPr snapToGrid="0">
      <p:cViewPr varScale="1">
        <p:scale>
          <a:sx n="121" d="100"/>
          <a:sy n="121" d="100"/>
        </p:scale>
        <p:origin x="1368" y="17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haib Akmal" userId="S::zohaib.akmal@tekrowe.com::a5535c28-4935-4eb3-85b0-e647efa264cb" providerId="AD" clId="Web-{2276B219-3919-4BB1-8008-6BB1FF2E67FF}"/>
    <pc:docChg chg="modSld">
      <pc:chgData name="Zohaib Akmal" userId="S::zohaib.akmal@tekrowe.com::a5535c28-4935-4eb3-85b0-e647efa264cb" providerId="AD" clId="Web-{2276B219-3919-4BB1-8008-6BB1FF2E67FF}" dt="2022-06-17T06:50:42.072" v="112" actId="20577"/>
      <pc:docMkLst>
        <pc:docMk/>
      </pc:docMkLst>
      <pc:sldChg chg="modSp">
        <pc:chgData name="Zohaib Akmal" userId="S::zohaib.akmal@tekrowe.com::a5535c28-4935-4eb3-85b0-e647efa264cb" providerId="AD" clId="Web-{2276B219-3919-4BB1-8008-6BB1FF2E67FF}" dt="2022-06-17T06:47:39.347" v="0" actId="20577"/>
        <pc:sldMkLst>
          <pc:docMk/>
          <pc:sldMk cId="109857222" sldId="256"/>
        </pc:sldMkLst>
        <pc:spChg chg="mod">
          <ac:chgData name="Zohaib Akmal" userId="S::zohaib.akmal@tekrowe.com::a5535c28-4935-4eb3-85b0-e647efa264cb" providerId="AD" clId="Web-{2276B219-3919-4BB1-8008-6BB1FF2E67FF}" dt="2022-06-17T06:47:39.347" v="0" actId="20577"/>
          <ac:spMkLst>
            <pc:docMk/>
            <pc:sldMk cId="109857222" sldId="256"/>
            <ac:spMk id="3" creationId="{163DB2C3-2110-C056-83A6-6E90E45FF187}"/>
          </ac:spMkLst>
        </pc:spChg>
      </pc:sldChg>
      <pc:sldChg chg="addSp modSp">
        <pc:chgData name="Zohaib Akmal" userId="S::zohaib.akmal@tekrowe.com::a5535c28-4935-4eb3-85b0-e647efa264cb" providerId="AD" clId="Web-{2276B219-3919-4BB1-8008-6BB1FF2E67FF}" dt="2022-06-17T06:50:42.072" v="112" actId="20577"/>
        <pc:sldMkLst>
          <pc:docMk/>
          <pc:sldMk cId="552648680" sldId="278"/>
        </pc:sldMkLst>
        <pc:spChg chg="add mod">
          <ac:chgData name="Zohaib Akmal" userId="S::zohaib.akmal@tekrowe.com::a5535c28-4935-4eb3-85b0-e647efa264cb" providerId="AD" clId="Web-{2276B219-3919-4BB1-8008-6BB1FF2E67FF}" dt="2022-06-17T06:50:42.072" v="112" actId="20577"/>
          <ac:spMkLst>
            <pc:docMk/>
            <pc:sldMk cId="552648680" sldId="278"/>
            <ac:spMk id="4" creationId="{F922D344-0DB9-1DE1-3434-F653EA9E3052}"/>
          </ac:spMkLst>
        </pc:spChg>
      </pc:sldChg>
    </pc:docChg>
  </pc:docChgLst>
  <pc:docChgLst>
    <pc:chgData name="Zohaib Akmal" userId="a5535c28-4935-4eb3-85b0-e647efa264cb" providerId="ADAL" clId="{A5CF1D2F-9198-BA4A-A5BC-4C6C14958B08}"/>
    <pc:docChg chg="undo custSel modSld">
      <pc:chgData name="Zohaib Akmal" userId="a5535c28-4935-4eb3-85b0-e647efa264cb" providerId="ADAL" clId="{A5CF1D2F-9198-BA4A-A5BC-4C6C14958B08}" dt="2023-05-11T19:23:34.167" v="1132" actId="20577"/>
      <pc:docMkLst>
        <pc:docMk/>
      </pc:docMkLst>
      <pc:sldChg chg="addSp delSp modSp mod">
        <pc:chgData name="Zohaib Akmal" userId="a5535c28-4935-4eb3-85b0-e647efa264cb" providerId="ADAL" clId="{A5CF1D2F-9198-BA4A-A5BC-4C6C14958B08}" dt="2023-05-11T19:23:34.167" v="1132" actId="20577"/>
        <pc:sldMkLst>
          <pc:docMk/>
          <pc:sldMk cId="2080667546" sldId="280"/>
        </pc:sldMkLst>
        <pc:spChg chg="add del mod">
          <ac:chgData name="Zohaib Akmal" userId="a5535c28-4935-4eb3-85b0-e647efa264cb" providerId="ADAL" clId="{A5CF1D2F-9198-BA4A-A5BC-4C6C14958B08}" dt="2023-05-11T19:21:17.228" v="896"/>
          <ac:spMkLst>
            <pc:docMk/>
            <pc:sldMk cId="2080667546" sldId="280"/>
            <ac:spMk id="3" creationId="{03FC228F-8731-A695-A2CA-9F1570C45C3C}"/>
          </ac:spMkLst>
        </pc:spChg>
        <pc:spChg chg="add mod">
          <ac:chgData name="Zohaib Akmal" userId="a5535c28-4935-4eb3-85b0-e647efa264cb" providerId="ADAL" clId="{A5CF1D2F-9198-BA4A-A5BC-4C6C14958B08}" dt="2023-05-11T19:23:34.167" v="1132" actId="20577"/>
          <ac:spMkLst>
            <pc:docMk/>
            <pc:sldMk cId="2080667546" sldId="280"/>
            <ac:spMk id="4" creationId="{04DF5F71-B2B9-D6A8-8D2B-7AD6F955E0A6}"/>
          </ac:spMkLst>
        </pc:spChg>
        <pc:spChg chg="mod">
          <ac:chgData name="Zohaib Akmal" userId="a5535c28-4935-4eb3-85b0-e647efa264cb" providerId="ADAL" clId="{A5CF1D2F-9198-BA4A-A5BC-4C6C14958B08}" dt="2023-05-11T18:59:31.543" v="635" actId="20577"/>
          <ac:spMkLst>
            <pc:docMk/>
            <pc:sldMk cId="2080667546" sldId="280"/>
            <ac:spMk id="23" creationId="{15EE1536-95FA-674A-76BA-1721390F2F44}"/>
          </ac:spMkLst>
        </pc:spChg>
        <pc:spChg chg="mod">
          <ac:chgData name="Zohaib Akmal" userId="a5535c28-4935-4eb3-85b0-e647efa264cb" providerId="ADAL" clId="{A5CF1D2F-9198-BA4A-A5BC-4C6C14958B08}" dt="2023-05-11T18:54:06.110" v="211" actId="20577"/>
          <ac:spMkLst>
            <pc:docMk/>
            <pc:sldMk cId="2080667546" sldId="280"/>
            <ac:spMk id="27" creationId="{62418084-EEB1-275C-F618-C3D240575170}"/>
          </ac:spMkLst>
        </pc:spChg>
        <pc:spChg chg="mod">
          <ac:chgData name="Zohaib Akmal" userId="a5535c28-4935-4eb3-85b0-e647efa264cb" providerId="ADAL" clId="{A5CF1D2F-9198-BA4A-A5BC-4C6C14958B08}" dt="2023-05-11T19:02:20.581" v="776" actId="20577"/>
          <ac:spMkLst>
            <pc:docMk/>
            <pc:sldMk cId="2080667546" sldId="280"/>
            <ac:spMk id="28" creationId="{37BC8745-7608-8359-43AC-D3441CDD7DCE}"/>
          </ac:spMkLst>
        </pc:spChg>
        <pc:spChg chg="add del mod">
          <ac:chgData name="Zohaib Akmal" userId="a5535c28-4935-4eb3-85b0-e647efa264cb" providerId="ADAL" clId="{A5CF1D2F-9198-BA4A-A5BC-4C6C14958B08}" dt="2023-05-11T19:21:19.996" v="900" actId="6549"/>
          <ac:spMkLst>
            <pc:docMk/>
            <pc:sldMk cId="2080667546" sldId="280"/>
            <ac:spMk id="29" creationId="{93377B34-C5E0-0793-A4D6-710A5A232453}"/>
          </ac:spMkLst>
        </pc:spChg>
        <pc:spChg chg="mod">
          <ac:chgData name="Zohaib Akmal" userId="a5535c28-4935-4eb3-85b0-e647efa264cb" providerId="ADAL" clId="{A5CF1D2F-9198-BA4A-A5BC-4C6C14958B08}" dt="2023-05-11T19:01:40.523" v="738" actId="20577"/>
          <ac:spMkLst>
            <pc:docMk/>
            <pc:sldMk cId="2080667546" sldId="280"/>
            <ac:spMk id="30" creationId="{61459C4B-FE1D-AFD4-5908-3F3B1EB097ED}"/>
          </ac:spMkLst>
        </pc:spChg>
        <pc:spChg chg="mod">
          <ac:chgData name="Zohaib Akmal" userId="a5535c28-4935-4eb3-85b0-e647efa264cb" providerId="ADAL" clId="{A5CF1D2F-9198-BA4A-A5BC-4C6C14958B08}" dt="2023-05-11T19:01:27.681" v="733" actId="20577"/>
          <ac:spMkLst>
            <pc:docMk/>
            <pc:sldMk cId="2080667546" sldId="280"/>
            <ac:spMk id="37" creationId="{8FBF7CB6-5CBF-4FE2-83D7-2192AC1CD8A3}"/>
          </ac:spMkLst>
        </pc:spChg>
        <pc:spChg chg="mod">
          <ac:chgData name="Zohaib Akmal" userId="a5535c28-4935-4eb3-85b0-e647efa264cb" providerId="ADAL" clId="{A5CF1D2F-9198-BA4A-A5BC-4C6C14958B08}" dt="2023-05-11T18:56:49.606" v="394" actId="20577"/>
          <ac:spMkLst>
            <pc:docMk/>
            <pc:sldMk cId="2080667546" sldId="280"/>
            <ac:spMk id="39" creationId="{970493BA-DBF9-893E-3C31-57C7EC1DE028}"/>
          </ac:spMkLst>
        </pc:spChg>
        <pc:spChg chg="mod">
          <ac:chgData name="Zohaib Akmal" userId="a5535c28-4935-4eb3-85b0-e647efa264cb" providerId="ADAL" clId="{A5CF1D2F-9198-BA4A-A5BC-4C6C14958B08}" dt="2023-05-11T18:57:03.001" v="403" actId="20577"/>
          <ac:spMkLst>
            <pc:docMk/>
            <pc:sldMk cId="2080667546" sldId="280"/>
            <ac:spMk id="41" creationId="{9043256F-D714-EAA1-3637-E5CC8FB1E163}"/>
          </ac:spMkLst>
        </pc:spChg>
        <pc:spChg chg="mod">
          <ac:chgData name="Zohaib Akmal" userId="a5535c28-4935-4eb3-85b0-e647efa264cb" providerId="ADAL" clId="{A5CF1D2F-9198-BA4A-A5BC-4C6C14958B08}" dt="2023-05-11T19:01:58.169" v="760" actId="20577"/>
          <ac:spMkLst>
            <pc:docMk/>
            <pc:sldMk cId="2080667546" sldId="280"/>
            <ac:spMk id="43" creationId="{5EB847FB-7B2F-3F33-E12A-40E2E4E02ABC}"/>
          </ac:spMkLst>
        </pc:spChg>
        <pc:spChg chg="mod">
          <ac:chgData name="Zohaib Akmal" userId="a5535c28-4935-4eb3-85b0-e647efa264cb" providerId="ADAL" clId="{A5CF1D2F-9198-BA4A-A5BC-4C6C14958B08}" dt="2023-05-11T19:00:51.215" v="714" actId="1076"/>
          <ac:spMkLst>
            <pc:docMk/>
            <pc:sldMk cId="2080667546" sldId="280"/>
            <ac:spMk id="93" creationId="{4E8030A4-9C1D-29EA-7FC4-1B8E221C9106}"/>
          </ac:spMkLst>
        </pc:spChg>
        <pc:spChg chg="mod">
          <ac:chgData name="Zohaib Akmal" userId="a5535c28-4935-4eb3-85b0-e647efa264cb" providerId="ADAL" clId="{A5CF1D2F-9198-BA4A-A5BC-4C6C14958B08}" dt="2023-05-11T19:01:33.734" v="737" actId="20577"/>
          <ac:spMkLst>
            <pc:docMk/>
            <pc:sldMk cId="2080667546" sldId="280"/>
            <ac:spMk id="94" creationId="{591709C5-3C99-3F42-7F51-0940B2A756E2}"/>
          </ac:spMkLst>
        </pc:spChg>
        <pc:spChg chg="mod">
          <ac:chgData name="Zohaib Akmal" userId="a5535c28-4935-4eb3-85b0-e647efa264cb" providerId="ADAL" clId="{A5CF1D2F-9198-BA4A-A5BC-4C6C14958B08}" dt="2023-05-11T19:21:17.659" v="897" actId="20577"/>
          <ac:spMkLst>
            <pc:docMk/>
            <pc:sldMk cId="2080667546" sldId="280"/>
            <ac:spMk id="95" creationId="{F4E70D79-479F-993C-4847-D299C8E10AD0}"/>
          </ac:spMkLst>
        </pc:spChg>
        <pc:grpChg chg="add del">
          <ac:chgData name="Zohaib Akmal" userId="a5535c28-4935-4eb3-85b0-e647efa264cb" providerId="ADAL" clId="{A5CF1D2F-9198-BA4A-A5BC-4C6C14958B08}" dt="2023-05-11T19:20:17.129" v="842" actId="478"/>
          <ac:grpSpMkLst>
            <pc:docMk/>
            <pc:sldMk cId="2080667546" sldId="280"/>
            <ac:grpSpMk id="98" creationId="{37C7653F-E056-8070-02C0-FA6BE71D242D}"/>
          </ac:grpSpMkLst>
        </pc:grpChg>
        <pc:cxnChg chg="add del">
          <ac:chgData name="Zohaib Akmal" userId="a5535c28-4935-4eb3-85b0-e647efa264cb" providerId="ADAL" clId="{A5CF1D2F-9198-BA4A-A5BC-4C6C14958B08}" dt="2023-05-11T19:21:19.164" v="899" actId="478"/>
          <ac:cxnSpMkLst>
            <pc:docMk/>
            <pc:sldMk cId="2080667546" sldId="280"/>
            <ac:cxnSpMk id="86" creationId="{6693596D-4824-AA1A-93EA-A9067DB7E00C}"/>
          </ac:cxnSpMkLst>
        </pc:cxnChg>
      </pc:sldChg>
    </pc:docChg>
  </pc:docChgLst>
  <pc:docChgLst>
    <pc:chgData name="Zohaib Akmal" userId="a5535c28-4935-4eb3-85b0-e647efa264cb" providerId="ADAL" clId="{EBD18AC6-2F5B-AE4F-AEC7-4A504735D3DD}"/>
    <pc:docChg chg="modSld">
      <pc:chgData name="Zohaib Akmal" userId="a5535c28-4935-4eb3-85b0-e647efa264cb" providerId="ADAL" clId="{EBD18AC6-2F5B-AE4F-AEC7-4A504735D3DD}" dt="2023-10-16T18:56:57.826" v="29" actId="164"/>
      <pc:docMkLst>
        <pc:docMk/>
      </pc:docMkLst>
      <pc:sldChg chg="addSp modSp mod">
        <pc:chgData name="Zohaib Akmal" userId="a5535c28-4935-4eb3-85b0-e647efa264cb" providerId="ADAL" clId="{EBD18AC6-2F5B-AE4F-AEC7-4A504735D3DD}" dt="2023-10-16T18:56:57.826" v="29" actId="164"/>
        <pc:sldMkLst>
          <pc:docMk/>
          <pc:sldMk cId="2080667546" sldId="280"/>
        </pc:sldMkLst>
        <pc:spChg chg="mod">
          <ac:chgData name="Zohaib Akmal" userId="a5535c28-4935-4eb3-85b0-e647efa264cb" providerId="ADAL" clId="{EBD18AC6-2F5B-AE4F-AEC7-4A504735D3DD}" dt="2023-10-16T18:54:52.417" v="26" actId="20577"/>
          <ac:spMkLst>
            <pc:docMk/>
            <pc:sldMk cId="2080667546" sldId="280"/>
            <ac:spMk id="2" creationId="{31B09C6A-6E35-402A-4ECB-393A895AC026}"/>
          </ac:spMkLst>
        </pc:spChg>
        <pc:spChg chg="mod">
          <ac:chgData name="Zohaib Akmal" userId="a5535c28-4935-4eb3-85b0-e647efa264cb" providerId="ADAL" clId="{EBD18AC6-2F5B-AE4F-AEC7-4A504735D3DD}" dt="2023-10-16T18:56:57.826" v="29" actId="164"/>
          <ac:spMkLst>
            <pc:docMk/>
            <pc:sldMk cId="2080667546" sldId="280"/>
            <ac:spMk id="4" creationId="{04DF5F71-B2B9-D6A8-8D2B-7AD6F955E0A6}"/>
          </ac:spMkLst>
        </pc:spChg>
        <pc:spChg chg="mod">
          <ac:chgData name="Zohaib Akmal" userId="a5535c28-4935-4eb3-85b0-e647efa264cb" providerId="ADAL" clId="{EBD18AC6-2F5B-AE4F-AEC7-4A504735D3DD}" dt="2023-10-16T18:54:38.895" v="24" actId="20577"/>
          <ac:spMkLst>
            <pc:docMk/>
            <pc:sldMk cId="2080667546" sldId="280"/>
            <ac:spMk id="23" creationId="{15EE1536-95FA-674A-76BA-1721390F2F44}"/>
          </ac:spMkLst>
        </pc:spChg>
        <pc:spChg chg="mod">
          <ac:chgData name="Zohaib Akmal" userId="a5535c28-4935-4eb3-85b0-e647efa264cb" providerId="ADAL" clId="{EBD18AC6-2F5B-AE4F-AEC7-4A504735D3DD}" dt="2023-10-16T18:54:11.762" v="2" actId="20577"/>
          <ac:spMkLst>
            <pc:docMk/>
            <pc:sldMk cId="2080667546" sldId="280"/>
            <ac:spMk id="27" creationId="{62418084-EEB1-275C-F618-C3D240575170}"/>
          </ac:spMkLst>
        </pc:spChg>
        <pc:spChg chg="mod">
          <ac:chgData name="Zohaib Akmal" userId="a5535c28-4935-4eb3-85b0-e647efa264cb" providerId="ADAL" clId="{EBD18AC6-2F5B-AE4F-AEC7-4A504735D3DD}" dt="2023-10-16T18:55:07.995" v="27" actId="20577"/>
          <ac:spMkLst>
            <pc:docMk/>
            <pc:sldMk cId="2080667546" sldId="280"/>
            <ac:spMk id="30" creationId="{61459C4B-FE1D-AFD4-5908-3F3B1EB097ED}"/>
          </ac:spMkLst>
        </pc:spChg>
        <pc:grpChg chg="add mod">
          <ac:chgData name="Zohaib Akmal" userId="a5535c28-4935-4eb3-85b0-e647efa264cb" providerId="ADAL" clId="{EBD18AC6-2F5B-AE4F-AEC7-4A504735D3DD}" dt="2023-10-16T18:56:57.826" v="29" actId="164"/>
          <ac:grpSpMkLst>
            <pc:docMk/>
            <pc:sldMk cId="2080667546" sldId="280"/>
            <ac:grpSpMk id="3" creationId="{A851CF28-7CAC-0BEC-D87A-2CA75AF2CEE8}"/>
          </ac:grpSpMkLst>
        </pc:grpChg>
        <pc:grpChg chg="mod">
          <ac:chgData name="Zohaib Akmal" userId="a5535c28-4935-4eb3-85b0-e647efa264cb" providerId="ADAL" clId="{EBD18AC6-2F5B-AE4F-AEC7-4A504735D3DD}" dt="2023-10-16T18:56:57.826" v="29" actId="164"/>
          <ac:grpSpMkLst>
            <pc:docMk/>
            <pc:sldMk cId="2080667546" sldId="280"/>
            <ac:grpSpMk id="98" creationId="{37C7653F-E056-8070-02C0-FA6BE71D242D}"/>
          </ac:grpSpMkLst>
        </pc:grpChg>
      </pc:sldChg>
    </pc:docChg>
  </pc:docChgLst>
  <pc:docChgLst>
    <pc:chgData name="Zohaib Akmal" userId="S::zohaib.akmal@tekrowe.com::a5535c28-4935-4eb3-85b0-e647efa264cb" providerId="AD" clId="Web-{4C91EEB6-D9A1-4A84-9597-F043607C34A7}"/>
    <pc:docChg chg="modSld">
      <pc:chgData name="Zohaib Akmal" userId="S::zohaib.akmal@tekrowe.com::a5535c28-4935-4eb3-85b0-e647efa264cb" providerId="AD" clId="Web-{4C91EEB6-D9A1-4A84-9597-F043607C34A7}" dt="2022-06-17T06:31:46.441" v="9" actId="20577"/>
      <pc:docMkLst>
        <pc:docMk/>
      </pc:docMkLst>
      <pc:sldChg chg="addSp delSp modSp">
        <pc:chgData name="Zohaib Akmal" userId="S::zohaib.akmal@tekrowe.com::a5535c28-4935-4eb3-85b0-e647efa264cb" providerId="AD" clId="Web-{4C91EEB6-D9A1-4A84-9597-F043607C34A7}" dt="2022-06-17T06:31:32.206" v="8"/>
        <pc:sldMkLst>
          <pc:docMk/>
          <pc:sldMk cId="109857222" sldId="256"/>
        </pc:sldMkLst>
        <pc:spChg chg="add del">
          <ac:chgData name="Zohaib Akmal" userId="S::zohaib.akmal@tekrowe.com::a5535c28-4935-4eb3-85b0-e647efa264cb" providerId="AD" clId="Web-{4C91EEB6-D9A1-4A84-9597-F043607C34A7}" dt="2022-06-17T06:31:09.284" v="3"/>
          <ac:spMkLst>
            <pc:docMk/>
            <pc:sldMk cId="109857222" sldId="256"/>
            <ac:spMk id="5" creationId="{55D24795-9D7F-BEFF-2990-B2336BA9932B}"/>
          </ac:spMkLst>
        </pc:spChg>
        <pc:spChg chg="add del">
          <ac:chgData name="Zohaib Akmal" userId="S::zohaib.akmal@tekrowe.com::a5535c28-4935-4eb3-85b0-e647efa264cb" providerId="AD" clId="Web-{4C91EEB6-D9A1-4A84-9597-F043607C34A7}" dt="2022-06-17T06:31:08.112" v="2"/>
          <ac:spMkLst>
            <pc:docMk/>
            <pc:sldMk cId="109857222" sldId="256"/>
            <ac:spMk id="6" creationId="{6391FDE8-86BA-EB30-68E8-2543B9A7EAA0}"/>
          </ac:spMkLst>
        </pc:spChg>
        <pc:spChg chg="add del mod">
          <ac:chgData name="Zohaib Akmal" userId="S::zohaib.akmal@tekrowe.com::a5535c28-4935-4eb3-85b0-e647efa264cb" providerId="AD" clId="Web-{4C91EEB6-D9A1-4A84-9597-F043607C34A7}" dt="2022-06-17T06:31:17.643" v="6"/>
          <ac:spMkLst>
            <pc:docMk/>
            <pc:sldMk cId="109857222" sldId="256"/>
            <ac:spMk id="7" creationId="{9AFBE3DF-9ED7-5E33-E008-3314E804D7C2}"/>
          </ac:spMkLst>
        </pc:spChg>
        <pc:spChg chg="del">
          <ac:chgData name="Zohaib Akmal" userId="S::zohaib.akmal@tekrowe.com::a5535c28-4935-4eb3-85b0-e647efa264cb" providerId="AD" clId="Web-{4C91EEB6-D9A1-4A84-9597-F043607C34A7}" dt="2022-06-17T06:31:32.206" v="8"/>
          <ac:spMkLst>
            <pc:docMk/>
            <pc:sldMk cId="109857222" sldId="256"/>
            <ac:spMk id="8" creationId="{8A94871E-96FC-4ADE-815B-41A636E34F1A}"/>
          </ac:spMkLst>
        </pc:spChg>
        <pc:spChg chg="del">
          <ac:chgData name="Zohaib Akmal" userId="S::zohaib.akmal@tekrowe.com::a5535c28-4935-4eb3-85b0-e647efa264cb" providerId="AD" clId="Web-{4C91EEB6-D9A1-4A84-9597-F043607C34A7}" dt="2022-06-17T06:31:32.206" v="7"/>
          <ac:spMkLst>
            <pc:docMk/>
            <pc:sldMk cId="109857222" sldId="256"/>
            <ac:spMk id="10" creationId="{3FCFB1DE-0B7E-48CC-BA90-B2AB0889F9D6}"/>
          </ac:spMkLst>
        </pc:spChg>
      </pc:sldChg>
      <pc:sldChg chg="modSp">
        <pc:chgData name="Zohaib Akmal" userId="S::zohaib.akmal@tekrowe.com::a5535c28-4935-4eb3-85b0-e647efa264cb" providerId="AD" clId="Web-{4C91EEB6-D9A1-4A84-9597-F043607C34A7}" dt="2022-06-17T06:31:46.441" v="9" actId="20577"/>
        <pc:sldMkLst>
          <pc:docMk/>
          <pc:sldMk cId="1303435988" sldId="274"/>
        </pc:sldMkLst>
        <pc:spChg chg="mod">
          <ac:chgData name="Zohaib Akmal" userId="S::zohaib.akmal@tekrowe.com::a5535c28-4935-4eb3-85b0-e647efa264cb" providerId="AD" clId="Web-{4C91EEB6-D9A1-4A84-9597-F043607C34A7}" dt="2022-06-17T06:31:46.441" v="9" actId="20577"/>
          <ac:spMkLst>
            <pc:docMk/>
            <pc:sldMk cId="1303435988" sldId="274"/>
            <ac:spMk id="2" creationId="{3D7C428D-3FFC-4677-A31B-F1E2D710FAC3}"/>
          </ac:spMkLst>
        </pc:spChg>
      </pc:sldChg>
    </pc:docChg>
  </pc:docChgLst>
  <pc:docChgLst>
    <pc:chgData name="Zohaib Akmal" userId="S::zohaib.akmal@tekrowe.com::a5535c28-4935-4eb3-85b0-e647efa264cb" providerId="AD" clId="Web-{AD773CD0-CB8C-4B29-B125-61C947BB48E5}"/>
    <pc:docChg chg="addSld modSld">
      <pc:chgData name="Zohaib Akmal" userId="S::zohaib.akmal@tekrowe.com::a5535c28-4935-4eb3-85b0-e647efa264cb" providerId="AD" clId="Web-{AD773CD0-CB8C-4B29-B125-61C947BB48E5}" dt="2023-02-23T19:20:39.161" v="140" actId="20577"/>
      <pc:docMkLst>
        <pc:docMk/>
      </pc:docMkLst>
      <pc:sldChg chg="addSp delSp modSp add replId">
        <pc:chgData name="Zohaib Akmal" userId="S::zohaib.akmal@tekrowe.com::a5535c28-4935-4eb3-85b0-e647efa264cb" providerId="AD" clId="Web-{AD773CD0-CB8C-4B29-B125-61C947BB48E5}" dt="2023-02-23T19:20:39.161" v="140" actId="20577"/>
        <pc:sldMkLst>
          <pc:docMk/>
          <pc:sldMk cId="2080667546" sldId="280"/>
        </pc:sldMkLst>
        <pc:spChg chg="mod">
          <ac:chgData name="Zohaib Akmal" userId="S::zohaib.akmal@tekrowe.com::a5535c28-4935-4eb3-85b0-e647efa264cb" providerId="AD" clId="Web-{AD773CD0-CB8C-4B29-B125-61C947BB48E5}" dt="2023-02-23T19:16:35.742" v="62" actId="20577"/>
          <ac:spMkLst>
            <pc:docMk/>
            <pc:sldMk cId="2080667546" sldId="280"/>
            <ac:spMk id="23" creationId="{15EE1536-95FA-674A-76BA-1721390F2F44}"/>
          </ac:spMkLst>
        </pc:spChg>
        <pc:spChg chg="mod">
          <ac:chgData name="Zohaib Akmal" userId="S::zohaib.akmal@tekrowe.com::a5535c28-4935-4eb3-85b0-e647efa264cb" providerId="AD" clId="Web-{AD773CD0-CB8C-4B29-B125-61C947BB48E5}" dt="2023-02-23T19:15:14.894" v="38" actId="20577"/>
          <ac:spMkLst>
            <pc:docMk/>
            <pc:sldMk cId="2080667546" sldId="280"/>
            <ac:spMk id="27" creationId="{62418084-EEB1-275C-F618-C3D240575170}"/>
          </ac:spMkLst>
        </pc:spChg>
        <pc:spChg chg="mod">
          <ac:chgData name="Zohaib Akmal" userId="S::zohaib.akmal@tekrowe.com::a5535c28-4935-4eb3-85b0-e647efa264cb" providerId="AD" clId="Web-{AD773CD0-CB8C-4B29-B125-61C947BB48E5}" dt="2023-02-23T19:19:48.315" v="132"/>
          <ac:spMkLst>
            <pc:docMk/>
            <pc:sldMk cId="2080667546" sldId="280"/>
            <ac:spMk id="28" creationId="{37BC8745-7608-8359-43AC-D3441CDD7DCE}"/>
          </ac:spMkLst>
        </pc:spChg>
        <pc:spChg chg="mod">
          <ac:chgData name="Zohaib Akmal" userId="S::zohaib.akmal@tekrowe.com::a5535c28-4935-4eb3-85b0-e647efa264cb" providerId="AD" clId="Web-{AD773CD0-CB8C-4B29-B125-61C947BB48E5}" dt="2023-02-23T19:19:53.487" v="133"/>
          <ac:spMkLst>
            <pc:docMk/>
            <pc:sldMk cId="2080667546" sldId="280"/>
            <ac:spMk id="29" creationId="{93377B34-C5E0-0793-A4D6-710A5A232453}"/>
          </ac:spMkLst>
        </pc:spChg>
        <pc:spChg chg="mod">
          <ac:chgData name="Zohaib Akmal" userId="S::zohaib.akmal@tekrowe.com::a5535c28-4935-4eb3-85b0-e647efa264cb" providerId="AD" clId="Web-{AD773CD0-CB8C-4B29-B125-61C947BB48E5}" dt="2023-02-23T19:20:32.083" v="139" actId="20577"/>
          <ac:spMkLst>
            <pc:docMk/>
            <pc:sldMk cId="2080667546" sldId="280"/>
            <ac:spMk id="30" creationId="{61459C4B-FE1D-AFD4-5908-3F3B1EB097ED}"/>
          </ac:spMkLst>
        </pc:spChg>
        <pc:spChg chg="del mod">
          <ac:chgData name="Zohaib Akmal" userId="S::zohaib.akmal@tekrowe.com::a5535c28-4935-4eb3-85b0-e647efa264cb" providerId="AD" clId="Web-{AD773CD0-CB8C-4B29-B125-61C947BB48E5}" dt="2023-02-23T19:19:05.313" v="121"/>
          <ac:spMkLst>
            <pc:docMk/>
            <pc:sldMk cId="2080667546" sldId="280"/>
            <ac:spMk id="31" creationId="{285A3FE7-575B-1F79-1295-1229782EE8FE}"/>
          </ac:spMkLst>
        </pc:spChg>
        <pc:spChg chg="del">
          <ac:chgData name="Zohaib Akmal" userId="S::zohaib.akmal@tekrowe.com::a5535c28-4935-4eb3-85b0-e647efa264cb" providerId="AD" clId="Web-{AD773CD0-CB8C-4B29-B125-61C947BB48E5}" dt="2023-02-23T19:19:25.892" v="129"/>
          <ac:spMkLst>
            <pc:docMk/>
            <pc:sldMk cId="2080667546" sldId="280"/>
            <ac:spMk id="36" creationId="{25767F3A-9883-21BF-158B-5ACAD1D916D5}"/>
          </ac:spMkLst>
        </pc:spChg>
        <pc:spChg chg="mod">
          <ac:chgData name="Zohaib Akmal" userId="S::zohaib.akmal@tekrowe.com::a5535c28-4935-4eb3-85b0-e647efa264cb" providerId="AD" clId="Web-{AD773CD0-CB8C-4B29-B125-61C947BB48E5}" dt="2023-02-23T19:16:57.009" v="65" actId="20577"/>
          <ac:spMkLst>
            <pc:docMk/>
            <pc:sldMk cId="2080667546" sldId="280"/>
            <ac:spMk id="37" creationId="{8FBF7CB6-5CBF-4FE2-83D7-2192AC1CD8A3}"/>
          </ac:spMkLst>
        </pc:spChg>
        <pc:spChg chg="mod">
          <ac:chgData name="Zohaib Akmal" userId="S::zohaib.akmal@tekrowe.com::a5535c28-4935-4eb3-85b0-e647efa264cb" providerId="AD" clId="Web-{AD773CD0-CB8C-4B29-B125-61C947BB48E5}" dt="2023-02-23T19:16:42.992" v="63" actId="20577"/>
          <ac:spMkLst>
            <pc:docMk/>
            <pc:sldMk cId="2080667546" sldId="280"/>
            <ac:spMk id="39" creationId="{970493BA-DBF9-893E-3C31-57C7EC1DE028}"/>
          </ac:spMkLst>
        </pc:spChg>
        <pc:spChg chg="mod">
          <ac:chgData name="Zohaib Akmal" userId="S::zohaib.akmal@tekrowe.com::a5535c28-4935-4eb3-85b0-e647efa264cb" providerId="AD" clId="Web-{AD773CD0-CB8C-4B29-B125-61C947BB48E5}" dt="2023-02-23T19:20:06.941" v="136"/>
          <ac:spMkLst>
            <pc:docMk/>
            <pc:sldMk cId="2080667546" sldId="280"/>
            <ac:spMk id="41" creationId="{9043256F-D714-EAA1-3637-E5CC8FB1E163}"/>
          </ac:spMkLst>
        </pc:spChg>
        <pc:spChg chg="mod">
          <ac:chgData name="Zohaib Akmal" userId="S::zohaib.akmal@tekrowe.com::a5535c28-4935-4eb3-85b0-e647efa264cb" providerId="AD" clId="Web-{AD773CD0-CB8C-4B29-B125-61C947BB48E5}" dt="2023-02-23T19:20:02.456" v="135"/>
          <ac:spMkLst>
            <pc:docMk/>
            <pc:sldMk cId="2080667546" sldId="280"/>
            <ac:spMk id="43" creationId="{5EB847FB-7B2F-3F33-E12A-40E2E4E02ABC}"/>
          </ac:spMkLst>
        </pc:spChg>
        <pc:spChg chg="del">
          <ac:chgData name="Zohaib Akmal" userId="S::zohaib.akmal@tekrowe.com::a5535c28-4935-4eb3-85b0-e647efa264cb" providerId="AD" clId="Web-{AD773CD0-CB8C-4B29-B125-61C947BB48E5}" dt="2023-02-23T19:19:17.563" v="126"/>
          <ac:spMkLst>
            <pc:docMk/>
            <pc:sldMk cId="2080667546" sldId="280"/>
            <ac:spMk id="46" creationId="{FE28E44B-4172-9952-4B8D-EECEA98AD424}"/>
          </ac:spMkLst>
        </pc:spChg>
        <pc:spChg chg="del">
          <ac:chgData name="Zohaib Akmal" userId="S::zohaib.akmal@tekrowe.com::a5535c28-4935-4eb3-85b0-e647efa264cb" providerId="AD" clId="Web-{AD773CD0-CB8C-4B29-B125-61C947BB48E5}" dt="2023-02-23T19:19:16.094" v="125"/>
          <ac:spMkLst>
            <pc:docMk/>
            <pc:sldMk cId="2080667546" sldId="280"/>
            <ac:spMk id="88" creationId="{6FECB98D-35ED-C6D4-84C4-B7D8308E3AD4}"/>
          </ac:spMkLst>
        </pc:spChg>
        <pc:spChg chg="mod">
          <ac:chgData name="Zohaib Akmal" userId="S::zohaib.akmal@tekrowe.com::a5535c28-4935-4eb3-85b0-e647efa264cb" providerId="AD" clId="Web-{AD773CD0-CB8C-4B29-B125-61C947BB48E5}" dt="2023-02-23T19:16:26.913" v="61" actId="20577"/>
          <ac:spMkLst>
            <pc:docMk/>
            <pc:sldMk cId="2080667546" sldId="280"/>
            <ac:spMk id="93" creationId="{4E8030A4-9C1D-29EA-7FC4-1B8E221C9106}"/>
          </ac:spMkLst>
        </pc:spChg>
        <pc:spChg chg="mod">
          <ac:chgData name="Zohaib Akmal" userId="S::zohaib.akmal@tekrowe.com::a5535c28-4935-4eb3-85b0-e647efa264cb" providerId="AD" clId="Web-{AD773CD0-CB8C-4B29-B125-61C947BB48E5}" dt="2023-02-23T19:16:22.366" v="59" actId="20577"/>
          <ac:spMkLst>
            <pc:docMk/>
            <pc:sldMk cId="2080667546" sldId="280"/>
            <ac:spMk id="94" creationId="{591709C5-3C99-3F42-7F51-0940B2A756E2}"/>
          </ac:spMkLst>
        </pc:spChg>
        <pc:spChg chg="mod">
          <ac:chgData name="Zohaib Akmal" userId="S::zohaib.akmal@tekrowe.com::a5535c28-4935-4eb3-85b0-e647efa264cb" providerId="AD" clId="Web-{AD773CD0-CB8C-4B29-B125-61C947BB48E5}" dt="2023-02-23T19:20:39.161" v="140" actId="20577"/>
          <ac:spMkLst>
            <pc:docMk/>
            <pc:sldMk cId="2080667546" sldId="280"/>
            <ac:spMk id="95" creationId="{F4E70D79-479F-993C-4847-D299C8E10AD0}"/>
          </ac:spMkLst>
        </pc:spChg>
        <pc:spChg chg="del mod">
          <ac:chgData name="Zohaib Akmal" userId="S::zohaib.akmal@tekrowe.com::a5535c28-4935-4eb3-85b0-e647efa264cb" providerId="AD" clId="Web-{AD773CD0-CB8C-4B29-B125-61C947BB48E5}" dt="2023-02-23T19:19:30.673" v="131"/>
          <ac:spMkLst>
            <pc:docMk/>
            <pc:sldMk cId="2080667546" sldId="280"/>
            <ac:spMk id="96" creationId="{B73A9066-3C40-4B76-5540-ACF3D5111FD5}"/>
          </ac:spMkLst>
        </pc:spChg>
        <pc:grpChg chg="add del mod">
          <ac:chgData name="Zohaib Akmal" userId="S::zohaib.akmal@tekrowe.com::a5535c28-4935-4eb3-85b0-e647efa264cb" providerId="AD" clId="Web-{AD773CD0-CB8C-4B29-B125-61C947BB48E5}" dt="2023-02-23T19:19:57.706" v="134" actId="1076"/>
          <ac:grpSpMkLst>
            <pc:docMk/>
            <pc:sldMk cId="2080667546" sldId="280"/>
            <ac:grpSpMk id="98" creationId="{37C7653F-E056-8070-02C0-FA6BE71D242D}"/>
          </ac:grpSpMkLst>
        </pc:grpChg>
        <pc:cxnChg chg="mod">
          <ac:chgData name="Zohaib Akmal" userId="S::zohaib.akmal@tekrowe.com::a5535c28-4935-4eb3-85b0-e647efa264cb" providerId="AD" clId="Web-{AD773CD0-CB8C-4B29-B125-61C947BB48E5}" dt="2023-02-23T19:20:19.051" v="138"/>
          <ac:cxnSpMkLst>
            <pc:docMk/>
            <pc:sldMk cId="2080667546" sldId="280"/>
            <ac:cxnSpMk id="19" creationId="{969AC2E1-9620-3668-86C7-3FD2A035C79C}"/>
          </ac:cxnSpMkLst>
        </pc:cxnChg>
        <pc:cxnChg chg="mod">
          <ac:chgData name="Zohaib Akmal" userId="S::zohaib.akmal@tekrowe.com::a5535c28-4935-4eb3-85b0-e647efa264cb" providerId="AD" clId="Web-{AD773CD0-CB8C-4B29-B125-61C947BB48E5}" dt="2023-02-23T19:20:14.238" v="137"/>
          <ac:cxnSpMkLst>
            <pc:docMk/>
            <pc:sldMk cId="2080667546" sldId="280"/>
            <ac:cxnSpMk id="86" creationId="{6693596D-4824-AA1A-93EA-A9067DB7E00C}"/>
          </ac:cxnSpMkLst>
        </pc:cxnChg>
        <pc:cxnChg chg="del">
          <ac:chgData name="Zohaib Akmal" userId="S::zohaib.akmal@tekrowe.com::a5535c28-4935-4eb3-85b0-e647efa264cb" providerId="AD" clId="Web-{AD773CD0-CB8C-4B29-B125-61C947BB48E5}" dt="2023-02-23T19:19:12.909" v="124"/>
          <ac:cxnSpMkLst>
            <pc:docMk/>
            <pc:sldMk cId="2080667546" sldId="280"/>
            <ac:cxnSpMk id="87" creationId="{F0CF17EB-FFBC-C6D3-BF51-B876BA598C12}"/>
          </ac:cxnSpMkLst>
        </pc:cxnChg>
      </pc:sldChg>
    </pc:docChg>
  </pc:docChgLst>
  <pc:docChgLst>
    <pc:chgData name="Shoaib Akmal" userId="S::shoaib.akmal@tekrowe.com::5366af7b-c416-4723-8880-cda9b1ca6d23" providerId="AD" clId="Web-{8C98FD3E-6235-444C-9130-BAD31D0BE8C9}"/>
    <pc:docChg chg="modSld">
      <pc:chgData name="Shoaib Akmal" userId="S::shoaib.akmal@tekrowe.com::5366af7b-c416-4723-8880-cda9b1ca6d23" providerId="AD" clId="Web-{8C98FD3E-6235-444C-9130-BAD31D0BE8C9}" dt="2022-06-16T07:41:43.990" v="35" actId="20577"/>
      <pc:docMkLst>
        <pc:docMk/>
      </pc:docMkLst>
      <pc:sldChg chg="modSp">
        <pc:chgData name="Shoaib Akmal" userId="S::shoaib.akmal@tekrowe.com::5366af7b-c416-4723-8880-cda9b1ca6d23" providerId="AD" clId="Web-{8C98FD3E-6235-444C-9130-BAD31D0BE8C9}" dt="2022-06-16T07:41:43.990" v="35" actId="20577"/>
        <pc:sldMkLst>
          <pc:docMk/>
          <pc:sldMk cId="1295133138" sldId="276"/>
        </pc:sldMkLst>
        <pc:spChg chg="mod">
          <ac:chgData name="Shoaib Akmal" userId="S::shoaib.akmal@tekrowe.com::5366af7b-c416-4723-8880-cda9b1ca6d23" providerId="AD" clId="Web-{8C98FD3E-6235-444C-9130-BAD31D0BE8C9}" dt="2022-06-16T07:41:43.990" v="35" actId="20577"/>
          <ac:spMkLst>
            <pc:docMk/>
            <pc:sldMk cId="1295133138" sldId="276"/>
            <ac:spMk id="3" creationId="{73F7C51A-DE6F-68B3-B1CA-4E2E8EE7623E}"/>
          </ac:spMkLst>
        </pc:spChg>
        <pc:spChg chg="mod">
          <ac:chgData name="Shoaib Akmal" userId="S::shoaib.akmal@tekrowe.com::5366af7b-c416-4723-8880-cda9b1ca6d23" providerId="AD" clId="Web-{8C98FD3E-6235-444C-9130-BAD31D0BE8C9}" dt="2022-06-16T07:41:04.921" v="27" actId="20577"/>
          <ac:spMkLst>
            <pc:docMk/>
            <pc:sldMk cId="1295133138" sldId="276"/>
            <ac:spMk id="14" creationId="{4CDACB21-F2B4-BE4A-AB5E-0397B8A7E478}"/>
          </ac:spMkLst>
        </pc:spChg>
      </pc:sldChg>
    </pc:docChg>
  </pc:docChgLst>
  <pc:docChgLst>
    <pc:chgData name="Asim Ajmal" userId="5f48f1f6-80c0-41a3-9452-6f46ddf96c64" providerId="ADAL" clId="{FD1291CD-0257-E543-A88B-77AB25EA647A}"/>
    <pc:docChg chg="undo custSel addSld modSld sldOrd">
      <pc:chgData name="Asim Ajmal" userId="5f48f1f6-80c0-41a3-9452-6f46ddf96c64" providerId="ADAL" clId="{FD1291CD-0257-E543-A88B-77AB25EA647A}" dt="2022-06-16T13:10:04.125" v="553" actId="20577"/>
      <pc:docMkLst>
        <pc:docMk/>
      </pc:docMkLst>
      <pc:sldChg chg="modSp mod">
        <pc:chgData name="Asim Ajmal" userId="5f48f1f6-80c0-41a3-9452-6f46ddf96c64" providerId="ADAL" clId="{FD1291CD-0257-E543-A88B-77AB25EA647A}" dt="2022-06-16T13:06:00.616" v="541" actId="20577"/>
        <pc:sldMkLst>
          <pc:docMk/>
          <pc:sldMk cId="109857222" sldId="256"/>
        </pc:sldMkLst>
        <pc:spChg chg="mod">
          <ac:chgData name="Asim Ajmal" userId="5f48f1f6-80c0-41a3-9452-6f46ddf96c64" providerId="ADAL" clId="{FD1291CD-0257-E543-A88B-77AB25EA647A}" dt="2022-06-16T13:06:00.616" v="541" actId="20577"/>
          <ac:spMkLst>
            <pc:docMk/>
            <pc:sldMk cId="109857222" sldId="256"/>
            <ac:spMk id="2" creationId="{00000000-0000-0000-0000-000000000000}"/>
          </ac:spMkLst>
        </pc:spChg>
        <pc:spChg chg="mod">
          <ac:chgData name="Asim Ajmal" userId="5f48f1f6-80c0-41a3-9452-6f46ddf96c64" providerId="ADAL" clId="{FD1291CD-0257-E543-A88B-77AB25EA647A}" dt="2022-06-16T13:05:48.624" v="529" actId="20577"/>
          <ac:spMkLst>
            <pc:docMk/>
            <pc:sldMk cId="109857222" sldId="256"/>
            <ac:spMk id="3" creationId="{163DB2C3-2110-C056-83A6-6E90E45FF187}"/>
          </ac:spMkLst>
        </pc:spChg>
      </pc:sldChg>
      <pc:sldChg chg="modSp mod">
        <pc:chgData name="Asim Ajmal" userId="5f48f1f6-80c0-41a3-9452-6f46ddf96c64" providerId="ADAL" clId="{FD1291CD-0257-E543-A88B-77AB25EA647A}" dt="2022-06-16T13:05:36.696" v="525" actId="1076"/>
        <pc:sldMkLst>
          <pc:docMk/>
          <pc:sldMk cId="1303435988" sldId="274"/>
        </pc:sldMkLst>
        <pc:spChg chg="mod">
          <ac:chgData name="Asim Ajmal" userId="5f48f1f6-80c0-41a3-9452-6f46ddf96c64" providerId="ADAL" clId="{FD1291CD-0257-E543-A88B-77AB25EA647A}" dt="2022-06-16T13:05:36.696" v="525" actId="1076"/>
          <ac:spMkLst>
            <pc:docMk/>
            <pc:sldMk cId="1303435988" sldId="274"/>
            <ac:spMk id="2" creationId="{3D7C428D-3FFC-4677-A31B-F1E2D710FAC3}"/>
          </ac:spMkLst>
        </pc:spChg>
      </pc:sldChg>
      <pc:sldChg chg="modSp mod">
        <pc:chgData name="Asim Ajmal" userId="5f48f1f6-80c0-41a3-9452-6f46ddf96c64" providerId="ADAL" clId="{FD1291CD-0257-E543-A88B-77AB25EA647A}" dt="2022-06-16T12:30:25.251" v="64" actId="20577"/>
        <pc:sldMkLst>
          <pc:docMk/>
          <pc:sldMk cId="0" sldId="275"/>
        </pc:sldMkLst>
        <pc:graphicFrameChg chg="modGraphic">
          <ac:chgData name="Asim Ajmal" userId="5f48f1f6-80c0-41a3-9452-6f46ddf96c64" providerId="ADAL" clId="{FD1291CD-0257-E543-A88B-77AB25EA647A}" dt="2022-06-16T12:30:25.251" v="64" actId="20577"/>
          <ac:graphicFrameMkLst>
            <pc:docMk/>
            <pc:sldMk cId="0" sldId="275"/>
            <ac:graphicFrameMk id="2" creationId="{C666803A-FE86-18B8-3866-46ACD05FFFE3}"/>
          </ac:graphicFrameMkLst>
        </pc:graphicFrameChg>
      </pc:sldChg>
      <pc:sldChg chg="addSp modSp mod">
        <pc:chgData name="Asim Ajmal" userId="5f48f1f6-80c0-41a3-9452-6f46ddf96c64" providerId="ADAL" clId="{FD1291CD-0257-E543-A88B-77AB25EA647A}" dt="2022-06-16T13:02:21.546" v="459" actId="20577"/>
        <pc:sldMkLst>
          <pc:docMk/>
          <pc:sldMk cId="1295133138" sldId="276"/>
        </pc:sldMkLst>
        <pc:spChg chg="mod">
          <ac:chgData name="Asim Ajmal" userId="5f48f1f6-80c0-41a3-9452-6f46ddf96c64" providerId="ADAL" clId="{FD1291CD-0257-E543-A88B-77AB25EA647A}" dt="2022-06-16T13:00:07.317" v="353" actId="404"/>
          <ac:spMkLst>
            <pc:docMk/>
            <pc:sldMk cId="1295133138" sldId="276"/>
            <ac:spMk id="3" creationId="{73F7C51A-DE6F-68B3-B1CA-4E2E8EE7623E}"/>
          </ac:spMkLst>
        </pc:spChg>
        <pc:spChg chg="add mod">
          <ac:chgData name="Asim Ajmal" userId="5f48f1f6-80c0-41a3-9452-6f46ddf96c64" providerId="ADAL" clId="{FD1291CD-0257-E543-A88B-77AB25EA647A}" dt="2022-06-16T13:02:21.546" v="459" actId="20577"/>
          <ac:spMkLst>
            <pc:docMk/>
            <pc:sldMk cId="1295133138" sldId="276"/>
            <ac:spMk id="5" creationId="{95529F74-DC4D-B716-28B7-7B0E459CA955}"/>
          </ac:spMkLst>
        </pc:spChg>
        <pc:spChg chg="mod">
          <ac:chgData name="Asim Ajmal" userId="5f48f1f6-80c0-41a3-9452-6f46ddf96c64" providerId="ADAL" clId="{FD1291CD-0257-E543-A88B-77AB25EA647A}" dt="2022-06-16T13:00:07.317" v="353" actId="404"/>
          <ac:spMkLst>
            <pc:docMk/>
            <pc:sldMk cId="1295133138" sldId="276"/>
            <ac:spMk id="6" creationId="{A080BAB8-33C2-294C-A847-0CE75937A651}"/>
          </ac:spMkLst>
        </pc:spChg>
        <pc:spChg chg="mod">
          <ac:chgData name="Asim Ajmal" userId="5f48f1f6-80c0-41a3-9452-6f46ddf96c64" providerId="ADAL" clId="{FD1291CD-0257-E543-A88B-77AB25EA647A}" dt="2022-06-16T13:00:07.317" v="353" actId="404"/>
          <ac:spMkLst>
            <pc:docMk/>
            <pc:sldMk cId="1295133138" sldId="276"/>
            <ac:spMk id="12" creationId="{9AE3D752-5345-9184-7265-D0C544EC138A}"/>
          </ac:spMkLst>
        </pc:spChg>
        <pc:spChg chg="mod">
          <ac:chgData name="Asim Ajmal" userId="5f48f1f6-80c0-41a3-9452-6f46ddf96c64" providerId="ADAL" clId="{FD1291CD-0257-E543-A88B-77AB25EA647A}" dt="2022-06-16T13:00:07.317" v="353" actId="404"/>
          <ac:spMkLst>
            <pc:docMk/>
            <pc:sldMk cId="1295133138" sldId="276"/>
            <ac:spMk id="13" creationId="{31F59312-672A-8020-B9E4-213E154E6A1D}"/>
          </ac:spMkLst>
        </pc:spChg>
        <pc:spChg chg="mod">
          <ac:chgData name="Asim Ajmal" userId="5f48f1f6-80c0-41a3-9452-6f46ddf96c64" providerId="ADAL" clId="{FD1291CD-0257-E543-A88B-77AB25EA647A}" dt="2022-06-16T13:00:07.317" v="353" actId="404"/>
          <ac:spMkLst>
            <pc:docMk/>
            <pc:sldMk cId="1295133138" sldId="276"/>
            <ac:spMk id="14" creationId="{4CDACB21-F2B4-BE4A-AB5E-0397B8A7E478}"/>
          </ac:spMkLst>
        </pc:spChg>
        <pc:spChg chg="mod">
          <ac:chgData name="Asim Ajmal" userId="5f48f1f6-80c0-41a3-9452-6f46ddf96c64" providerId="ADAL" clId="{FD1291CD-0257-E543-A88B-77AB25EA647A}" dt="2022-06-16T13:00:07.317" v="353" actId="404"/>
          <ac:spMkLst>
            <pc:docMk/>
            <pc:sldMk cId="1295133138" sldId="276"/>
            <ac:spMk id="15" creationId="{F6825D00-2A5B-F9D6-9C4E-BA06ACE643B3}"/>
          </ac:spMkLst>
        </pc:spChg>
        <pc:grpChg chg="add mod">
          <ac:chgData name="Asim Ajmal" userId="5f48f1f6-80c0-41a3-9452-6f46ddf96c64" providerId="ADAL" clId="{FD1291CD-0257-E543-A88B-77AB25EA647A}" dt="2022-06-16T13:00:04.555" v="352" actId="14100"/>
          <ac:grpSpMkLst>
            <pc:docMk/>
            <pc:sldMk cId="1295133138" sldId="276"/>
            <ac:grpSpMk id="4" creationId="{9BDAD6DB-5016-513B-4499-EA973418A5D5}"/>
          </ac:grpSpMkLst>
        </pc:grpChg>
      </pc:sldChg>
      <pc:sldChg chg="addSp modSp">
        <pc:chgData name="Asim Ajmal" userId="5f48f1f6-80c0-41a3-9452-6f46ddf96c64" providerId="ADAL" clId="{FD1291CD-0257-E543-A88B-77AB25EA647A}" dt="2022-06-16T13:02:39.618" v="460"/>
        <pc:sldMkLst>
          <pc:docMk/>
          <pc:sldMk cId="552648680" sldId="278"/>
        </pc:sldMkLst>
        <pc:picChg chg="add mod">
          <ac:chgData name="Asim Ajmal" userId="5f48f1f6-80c0-41a3-9452-6f46ddf96c64" providerId="ADAL" clId="{FD1291CD-0257-E543-A88B-77AB25EA647A}" dt="2022-06-16T13:02:39.618" v="460"/>
          <ac:picMkLst>
            <pc:docMk/>
            <pc:sldMk cId="552648680" sldId="278"/>
            <ac:picMk id="3" creationId="{16A649CA-67D4-2E52-4283-BBABAC1FC164}"/>
          </ac:picMkLst>
        </pc:picChg>
      </pc:sldChg>
      <pc:sldChg chg="addSp delSp modSp new mod ord setBg">
        <pc:chgData name="Asim Ajmal" userId="5f48f1f6-80c0-41a3-9452-6f46ddf96c64" providerId="ADAL" clId="{FD1291CD-0257-E543-A88B-77AB25EA647A}" dt="2022-06-16T13:10:04.125" v="553" actId="20577"/>
        <pc:sldMkLst>
          <pc:docMk/>
          <pc:sldMk cId="2882640276" sldId="279"/>
        </pc:sldMkLst>
        <pc:spChg chg="mod">
          <ac:chgData name="Asim Ajmal" userId="5f48f1f6-80c0-41a3-9452-6f46ddf96c64" providerId="ADAL" clId="{FD1291CD-0257-E543-A88B-77AB25EA647A}" dt="2022-06-16T13:10:04.125" v="553" actId="20577"/>
          <ac:spMkLst>
            <pc:docMk/>
            <pc:sldMk cId="2882640276" sldId="279"/>
            <ac:spMk id="2" creationId="{31B09C6A-6E35-402A-4ECB-393A895AC026}"/>
          </ac:spMkLst>
        </pc:spChg>
        <pc:spChg chg="add del mod">
          <ac:chgData name="Asim Ajmal" userId="5f48f1f6-80c0-41a3-9452-6f46ddf96c64" providerId="ADAL" clId="{FD1291CD-0257-E543-A88B-77AB25EA647A}" dt="2022-06-16T12:45:16.477" v="72" actId="478"/>
          <ac:spMkLst>
            <pc:docMk/>
            <pc:sldMk cId="2882640276" sldId="279"/>
            <ac:spMk id="6" creationId="{04D993FF-5E74-94C4-E4F1-ACB1AB3C6406}"/>
          </ac:spMkLst>
        </pc:spChg>
        <pc:spChg chg="add del mod">
          <ac:chgData name="Asim Ajmal" userId="5f48f1f6-80c0-41a3-9452-6f46ddf96c64" providerId="ADAL" clId="{FD1291CD-0257-E543-A88B-77AB25EA647A}" dt="2022-06-16T12:45:16.477" v="72" actId="478"/>
          <ac:spMkLst>
            <pc:docMk/>
            <pc:sldMk cId="2882640276" sldId="279"/>
            <ac:spMk id="7" creationId="{17D4BE3B-2FF0-DEA2-8709-87F1537B7024}"/>
          </ac:spMkLst>
        </pc:spChg>
        <pc:spChg chg="del mod">
          <ac:chgData name="Asim Ajmal" userId="5f48f1f6-80c0-41a3-9452-6f46ddf96c64" providerId="ADAL" clId="{FD1291CD-0257-E543-A88B-77AB25EA647A}" dt="2022-06-16T12:47:22.404" v="146" actId="478"/>
          <ac:spMkLst>
            <pc:docMk/>
            <pc:sldMk cId="2882640276" sldId="279"/>
            <ac:spMk id="21" creationId="{9973636B-3D13-C887-00A5-ACC62C66268C}"/>
          </ac:spMkLst>
        </pc:spChg>
        <pc:spChg chg="del mod">
          <ac:chgData name="Asim Ajmal" userId="5f48f1f6-80c0-41a3-9452-6f46ddf96c64" providerId="ADAL" clId="{FD1291CD-0257-E543-A88B-77AB25EA647A}" dt="2022-06-16T12:47:29.918" v="149" actId="478"/>
          <ac:spMkLst>
            <pc:docMk/>
            <pc:sldMk cId="2882640276" sldId="279"/>
            <ac:spMk id="22" creationId="{0C67652A-6345-CB2A-CFC3-BC77C49C1091}"/>
          </ac:spMkLst>
        </pc:spChg>
        <pc:spChg chg="mod">
          <ac:chgData name="Asim Ajmal" userId="5f48f1f6-80c0-41a3-9452-6f46ddf96c64" providerId="ADAL" clId="{FD1291CD-0257-E543-A88B-77AB25EA647A}" dt="2022-06-16T12:55:10.980" v="270" actId="404"/>
          <ac:spMkLst>
            <pc:docMk/>
            <pc:sldMk cId="2882640276" sldId="279"/>
            <ac:spMk id="23" creationId="{15EE1536-95FA-674A-76BA-1721390F2F44}"/>
          </ac:spMkLst>
        </pc:spChg>
        <pc:spChg chg="del mod">
          <ac:chgData name="Asim Ajmal" userId="5f48f1f6-80c0-41a3-9452-6f46ddf96c64" providerId="ADAL" clId="{FD1291CD-0257-E543-A88B-77AB25EA647A}" dt="2022-06-16T12:47:19.731" v="145" actId="478"/>
          <ac:spMkLst>
            <pc:docMk/>
            <pc:sldMk cId="2882640276" sldId="279"/>
            <ac:spMk id="24" creationId="{5EE41163-E394-FC66-29AF-EF47239A446F}"/>
          </ac:spMkLst>
        </pc:spChg>
        <pc:spChg chg="del mod">
          <ac:chgData name="Asim Ajmal" userId="5f48f1f6-80c0-41a3-9452-6f46ddf96c64" providerId="ADAL" clId="{FD1291CD-0257-E543-A88B-77AB25EA647A}" dt="2022-06-16T12:47:25.173" v="147" actId="478"/>
          <ac:spMkLst>
            <pc:docMk/>
            <pc:sldMk cId="2882640276" sldId="279"/>
            <ac:spMk id="25" creationId="{64287781-EAFA-292F-9F89-0B11AA99A6B9}"/>
          </ac:spMkLst>
        </pc:spChg>
        <pc:spChg chg="mod">
          <ac:chgData name="Asim Ajmal" userId="5f48f1f6-80c0-41a3-9452-6f46ddf96c64" providerId="ADAL" clId="{FD1291CD-0257-E543-A88B-77AB25EA647A}" dt="2022-06-16T13:07:06.211" v="548" actId="692"/>
          <ac:spMkLst>
            <pc:docMk/>
            <pc:sldMk cId="2882640276" sldId="279"/>
            <ac:spMk id="26" creationId="{04A2EDB0-7394-FE43-0B8B-DE0D3AC3124B}"/>
          </ac:spMkLst>
        </pc:spChg>
        <pc:spChg chg="mod">
          <ac:chgData name="Asim Ajmal" userId="5f48f1f6-80c0-41a3-9452-6f46ddf96c64" providerId="ADAL" clId="{FD1291CD-0257-E543-A88B-77AB25EA647A}" dt="2022-06-16T13:06:27.594" v="542" actId="692"/>
          <ac:spMkLst>
            <pc:docMk/>
            <pc:sldMk cId="2882640276" sldId="279"/>
            <ac:spMk id="27" creationId="{62418084-EEB1-275C-F618-C3D240575170}"/>
          </ac:spMkLst>
        </pc:spChg>
        <pc:spChg chg="mod">
          <ac:chgData name="Asim Ajmal" userId="5f48f1f6-80c0-41a3-9452-6f46ddf96c64" providerId="ADAL" clId="{FD1291CD-0257-E543-A88B-77AB25EA647A}" dt="2022-06-16T13:06:35.238" v="543" actId="692"/>
          <ac:spMkLst>
            <pc:docMk/>
            <pc:sldMk cId="2882640276" sldId="279"/>
            <ac:spMk id="28" creationId="{37BC8745-7608-8359-43AC-D3441CDD7DCE}"/>
          </ac:spMkLst>
        </pc:spChg>
        <pc:spChg chg="mod">
          <ac:chgData name="Asim Ajmal" userId="5f48f1f6-80c0-41a3-9452-6f46ddf96c64" providerId="ADAL" clId="{FD1291CD-0257-E543-A88B-77AB25EA647A}" dt="2022-06-16T13:09:27.749" v="551" actId="20577"/>
          <ac:spMkLst>
            <pc:docMk/>
            <pc:sldMk cId="2882640276" sldId="279"/>
            <ac:spMk id="29" creationId="{93377B34-C5E0-0793-A4D6-710A5A232453}"/>
          </ac:spMkLst>
        </pc:spChg>
        <pc:spChg chg="mod">
          <ac:chgData name="Asim Ajmal" userId="5f48f1f6-80c0-41a3-9452-6f46ddf96c64" providerId="ADAL" clId="{FD1291CD-0257-E543-A88B-77AB25EA647A}" dt="2022-06-16T13:06:40.027" v="544" actId="692"/>
          <ac:spMkLst>
            <pc:docMk/>
            <pc:sldMk cId="2882640276" sldId="279"/>
            <ac:spMk id="30" creationId="{61459C4B-FE1D-AFD4-5908-3F3B1EB097ED}"/>
          </ac:spMkLst>
        </pc:spChg>
        <pc:spChg chg="mod">
          <ac:chgData name="Asim Ajmal" userId="5f48f1f6-80c0-41a3-9452-6f46ddf96c64" providerId="ADAL" clId="{FD1291CD-0257-E543-A88B-77AB25EA647A}" dt="2022-06-16T13:07:01.517" v="547" actId="692"/>
          <ac:spMkLst>
            <pc:docMk/>
            <pc:sldMk cId="2882640276" sldId="279"/>
            <ac:spMk id="31" creationId="{285A3FE7-575B-1F79-1295-1229782EE8FE}"/>
          </ac:spMkLst>
        </pc:spChg>
        <pc:spChg chg="del mod">
          <ac:chgData name="Asim Ajmal" userId="5f48f1f6-80c0-41a3-9452-6f46ddf96c64" providerId="ADAL" clId="{FD1291CD-0257-E543-A88B-77AB25EA647A}" dt="2022-06-16T12:47:15.513" v="144" actId="478"/>
          <ac:spMkLst>
            <pc:docMk/>
            <pc:sldMk cId="2882640276" sldId="279"/>
            <ac:spMk id="32" creationId="{4EDDC076-88C2-2B59-754F-6EFCE2EE12F4}"/>
          </ac:spMkLst>
        </pc:spChg>
        <pc:spChg chg="mod">
          <ac:chgData name="Asim Ajmal" userId="5f48f1f6-80c0-41a3-9452-6f46ddf96c64" providerId="ADAL" clId="{FD1291CD-0257-E543-A88B-77AB25EA647A}" dt="2022-06-16T12:51:57.859" v="244"/>
          <ac:spMkLst>
            <pc:docMk/>
            <pc:sldMk cId="2882640276" sldId="279"/>
            <ac:spMk id="33" creationId="{7471F422-2947-7E6A-4825-FF77C2CC5E1C}"/>
          </ac:spMkLst>
        </pc:spChg>
        <pc:spChg chg="mod">
          <ac:chgData name="Asim Ajmal" userId="5f48f1f6-80c0-41a3-9452-6f46ddf96c64" providerId="ADAL" clId="{FD1291CD-0257-E543-A88B-77AB25EA647A}" dt="2022-06-16T12:51:57.859" v="244"/>
          <ac:spMkLst>
            <pc:docMk/>
            <pc:sldMk cId="2882640276" sldId="279"/>
            <ac:spMk id="34" creationId="{86BEC747-598C-29CD-6355-A7E845D1B659}"/>
          </ac:spMkLst>
        </pc:spChg>
        <pc:spChg chg="del mod">
          <ac:chgData name="Asim Ajmal" userId="5f48f1f6-80c0-41a3-9452-6f46ddf96c64" providerId="ADAL" clId="{FD1291CD-0257-E543-A88B-77AB25EA647A}" dt="2022-06-16T12:49:09.532" v="178" actId="478"/>
          <ac:spMkLst>
            <pc:docMk/>
            <pc:sldMk cId="2882640276" sldId="279"/>
            <ac:spMk id="35" creationId="{1C82CC78-EF5F-C88B-783D-46343FDBE854}"/>
          </ac:spMkLst>
        </pc:spChg>
        <pc:spChg chg="mod">
          <ac:chgData name="Asim Ajmal" userId="5f48f1f6-80c0-41a3-9452-6f46ddf96c64" providerId="ADAL" clId="{FD1291CD-0257-E543-A88B-77AB25EA647A}" dt="2022-06-16T12:51:57.859" v="244"/>
          <ac:spMkLst>
            <pc:docMk/>
            <pc:sldMk cId="2882640276" sldId="279"/>
            <ac:spMk id="36" creationId="{25767F3A-9883-21BF-158B-5ACAD1D916D5}"/>
          </ac:spMkLst>
        </pc:spChg>
        <pc:spChg chg="mod">
          <ac:chgData name="Asim Ajmal" userId="5f48f1f6-80c0-41a3-9452-6f46ddf96c64" providerId="ADAL" clId="{FD1291CD-0257-E543-A88B-77AB25EA647A}" dt="2022-06-16T13:03:30.901" v="463" actId="207"/>
          <ac:spMkLst>
            <pc:docMk/>
            <pc:sldMk cId="2882640276" sldId="279"/>
            <ac:spMk id="37" creationId="{8FBF7CB6-5CBF-4FE2-83D7-2192AC1CD8A3}"/>
          </ac:spMkLst>
        </pc:spChg>
        <pc:spChg chg="mod">
          <ac:chgData name="Asim Ajmal" userId="5f48f1f6-80c0-41a3-9452-6f46ddf96c64" providerId="ADAL" clId="{FD1291CD-0257-E543-A88B-77AB25EA647A}" dt="2022-06-16T12:51:57.859" v="244"/>
          <ac:spMkLst>
            <pc:docMk/>
            <pc:sldMk cId="2882640276" sldId="279"/>
            <ac:spMk id="38" creationId="{AAC8B1B7-2993-A1DD-A626-FC8FD5740F6D}"/>
          </ac:spMkLst>
        </pc:spChg>
        <pc:spChg chg="mod">
          <ac:chgData name="Asim Ajmal" userId="5f48f1f6-80c0-41a3-9452-6f46ddf96c64" providerId="ADAL" clId="{FD1291CD-0257-E543-A88B-77AB25EA647A}" dt="2022-06-16T13:03:18.393" v="462" actId="207"/>
          <ac:spMkLst>
            <pc:docMk/>
            <pc:sldMk cId="2882640276" sldId="279"/>
            <ac:spMk id="39" creationId="{970493BA-DBF9-893E-3C31-57C7EC1DE028}"/>
          </ac:spMkLst>
        </pc:spChg>
        <pc:spChg chg="mod">
          <ac:chgData name="Asim Ajmal" userId="5f48f1f6-80c0-41a3-9452-6f46ddf96c64" providerId="ADAL" clId="{FD1291CD-0257-E543-A88B-77AB25EA647A}" dt="2022-06-16T12:51:57.859" v="244"/>
          <ac:spMkLst>
            <pc:docMk/>
            <pc:sldMk cId="2882640276" sldId="279"/>
            <ac:spMk id="40" creationId="{529D8E12-9893-2C57-680A-0D64C6173235}"/>
          </ac:spMkLst>
        </pc:spChg>
        <pc:spChg chg="mod">
          <ac:chgData name="Asim Ajmal" userId="5f48f1f6-80c0-41a3-9452-6f46ddf96c64" providerId="ADAL" clId="{FD1291CD-0257-E543-A88B-77AB25EA647A}" dt="2022-06-16T12:51:57.859" v="244"/>
          <ac:spMkLst>
            <pc:docMk/>
            <pc:sldMk cId="2882640276" sldId="279"/>
            <ac:spMk id="41" creationId="{9043256F-D714-EAA1-3637-E5CC8FB1E163}"/>
          </ac:spMkLst>
        </pc:spChg>
        <pc:spChg chg="mod">
          <ac:chgData name="Asim Ajmal" userId="5f48f1f6-80c0-41a3-9452-6f46ddf96c64" providerId="ADAL" clId="{FD1291CD-0257-E543-A88B-77AB25EA647A}" dt="2022-06-16T12:51:57.859" v="244"/>
          <ac:spMkLst>
            <pc:docMk/>
            <pc:sldMk cId="2882640276" sldId="279"/>
            <ac:spMk id="42" creationId="{4E97664F-8541-1B87-B923-9D617050172C}"/>
          </ac:spMkLst>
        </pc:spChg>
        <pc:spChg chg="add del mod">
          <ac:chgData name="Asim Ajmal" userId="5f48f1f6-80c0-41a3-9452-6f46ddf96c64" providerId="ADAL" clId="{FD1291CD-0257-E543-A88B-77AB25EA647A}" dt="2022-06-16T13:09:15.874" v="549" actId="20577"/>
          <ac:spMkLst>
            <pc:docMk/>
            <pc:sldMk cId="2882640276" sldId="279"/>
            <ac:spMk id="43" creationId="{5EB847FB-7B2F-3F33-E12A-40E2E4E02ABC}"/>
          </ac:spMkLst>
        </pc:spChg>
        <pc:spChg chg="mod">
          <ac:chgData name="Asim Ajmal" userId="5f48f1f6-80c0-41a3-9452-6f46ddf96c64" providerId="ADAL" clId="{FD1291CD-0257-E543-A88B-77AB25EA647A}" dt="2022-06-16T12:51:57.859" v="244"/>
          <ac:spMkLst>
            <pc:docMk/>
            <pc:sldMk cId="2882640276" sldId="279"/>
            <ac:spMk id="44" creationId="{35E62BF1-4C39-2F3A-E27D-C86BA7A8666A}"/>
          </ac:spMkLst>
        </pc:spChg>
        <pc:spChg chg="mod">
          <ac:chgData name="Asim Ajmal" userId="5f48f1f6-80c0-41a3-9452-6f46ddf96c64" providerId="ADAL" clId="{FD1291CD-0257-E543-A88B-77AB25EA647A}" dt="2022-06-16T12:48:32.880" v="170"/>
          <ac:spMkLst>
            <pc:docMk/>
            <pc:sldMk cId="2882640276" sldId="279"/>
            <ac:spMk id="67" creationId="{5022ACE4-2B68-6223-A709-82BEE737707E}"/>
          </ac:spMkLst>
        </pc:spChg>
        <pc:spChg chg="mod">
          <ac:chgData name="Asim Ajmal" userId="5f48f1f6-80c0-41a3-9452-6f46ddf96c64" providerId="ADAL" clId="{FD1291CD-0257-E543-A88B-77AB25EA647A}" dt="2022-06-16T12:48:32.880" v="170"/>
          <ac:spMkLst>
            <pc:docMk/>
            <pc:sldMk cId="2882640276" sldId="279"/>
            <ac:spMk id="68" creationId="{0315E344-2766-7FB7-A29F-D14076B74994}"/>
          </ac:spMkLst>
        </pc:spChg>
        <pc:spChg chg="mod">
          <ac:chgData name="Asim Ajmal" userId="5f48f1f6-80c0-41a3-9452-6f46ddf96c64" providerId="ADAL" clId="{FD1291CD-0257-E543-A88B-77AB25EA647A}" dt="2022-06-16T12:48:32.880" v="170"/>
          <ac:spMkLst>
            <pc:docMk/>
            <pc:sldMk cId="2882640276" sldId="279"/>
            <ac:spMk id="69" creationId="{9E68E629-FDFE-528D-1029-79775B4FB653}"/>
          </ac:spMkLst>
        </pc:spChg>
        <pc:spChg chg="mod">
          <ac:chgData name="Asim Ajmal" userId="5f48f1f6-80c0-41a3-9452-6f46ddf96c64" providerId="ADAL" clId="{FD1291CD-0257-E543-A88B-77AB25EA647A}" dt="2022-06-16T12:48:32.880" v="170"/>
          <ac:spMkLst>
            <pc:docMk/>
            <pc:sldMk cId="2882640276" sldId="279"/>
            <ac:spMk id="70" creationId="{8865CA74-7D38-B838-D01B-67D3E29CEFA4}"/>
          </ac:spMkLst>
        </pc:spChg>
        <pc:spChg chg="mod">
          <ac:chgData name="Asim Ajmal" userId="5f48f1f6-80c0-41a3-9452-6f46ddf96c64" providerId="ADAL" clId="{FD1291CD-0257-E543-A88B-77AB25EA647A}" dt="2022-06-16T12:48:32.880" v="170"/>
          <ac:spMkLst>
            <pc:docMk/>
            <pc:sldMk cId="2882640276" sldId="279"/>
            <ac:spMk id="71" creationId="{F512CDFE-44F4-7E57-1A46-D8EBD4E6826D}"/>
          </ac:spMkLst>
        </pc:spChg>
        <pc:spChg chg="mod">
          <ac:chgData name="Asim Ajmal" userId="5f48f1f6-80c0-41a3-9452-6f46ddf96c64" providerId="ADAL" clId="{FD1291CD-0257-E543-A88B-77AB25EA647A}" dt="2022-06-16T12:48:32.880" v="170"/>
          <ac:spMkLst>
            <pc:docMk/>
            <pc:sldMk cId="2882640276" sldId="279"/>
            <ac:spMk id="72" creationId="{ADF298CF-BCDC-7774-2F82-A2BBA1FF5F5E}"/>
          </ac:spMkLst>
        </pc:spChg>
        <pc:spChg chg="mod">
          <ac:chgData name="Asim Ajmal" userId="5f48f1f6-80c0-41a3-9452-6f46ddf96c64" providerId="ADAL" clId="{FD1291CD-0257-E543-A88B-77AB25EA647A}" dt="2022-06-16T12:48:32.880" v="170"/>
          <ac:spMkLst>
            <pc:docMk/>
            <pc:sldMk cId="2882640276" sldId="279"/>
            <ac:spMk id="73" creationId="{6D562E62-8303-FD94-62FC-7B4384ACEA77}"/>
          </ac:spMkLst>
        </pc:spChg>
        <pc:spChg chg="mod">
          <ac:chgData name="Asim Ajmal" userId="5f48f1f6-80c0-41a3-9452-6f46ddf96c64" providerId="ADAL" clId="{FD1291CD-0257-E543-A88B-77AB25EA647A}" dt="2022-06-16T12:48:32.880" v="170"/>
          <ac:spMkLst>
            <pc:docMk/>
            <pc:sldMk cId="2882640276" sldId="279"/>
            <ac:spMk id="74" creationId="{9128A804-3573-6576-5AF5-A3A84B9B2A53}"/>
          </ac:spMkLst>
        </pc:spChg>
        <pc:spChg chg="mod">
          <ac:chgData name="Asim Ajmal" userId="5f48f1f6-80c0-41a3-9452-6f46ddf96c64" providerId="ADAL" clId="{FD1291CD-0257-E543-A88B-77AB25EA647A}" dt="2022-06-16T12:48:32.880" v="170"/>
          <ac:spMkLst>
            <pc:docMk/>
            <pc:sldMk cId="2882640276" sldId="279"/>
            <ac:spMk id="75" creationId="{D84521F2-884E-77A0-374B-1CFA0758D00E}"/>
          </ac:spMkLst>
        </pc:spChg>
        <pc:spChg chg="mod">
          <ac:chgData name="Asim Ajmal" userId="5f48f1f6-80c0-41a3-9452-6f46ddf96c64" providerId="ADAL" clId="{FD1291CD-0257-E543-A88B-77AB25EA647A}" dt="2022-06-16T12:48:32.880" v="170"/>
          <ac:spMkLst>
            <pc:docMk/>
            <pc:sldMk cId="2882640276" sldId="279"/>
            <ac:spMk id="76" creationId="{5C79DD14-0A11-AE3C-58E7-124F2D5D0E6F}"/>
          </ac:spMkLst>
        </pc:spChg>
        <pc:spChg chg="mod">
          <ac:chgData name="Asim Ajmal" userId="5f48f1f6-80c0-41a3-9452-6f46ddf96c64" providerId="ADAL" clId="{FD1291CD-0257-E543-A88B-77AB25EA647A}" dt="2022-06-16T12:48:32.880" v="170"/>
          <ac:spMkLst>
            <pc:docMk/>
            <pc:sldMk cId="2882640276" sldId="279"/>
            <ac:spMk id="77" creationId="{151A3D93-BDA0-837C-68D5-D8A716A2EB2D}"/>
          </ac:spMkLst>
        </pc:spChg>
        <pc:spChg chg="mod">
          <ac:chgData name="Asim Ajmal" userId="5f48f1f6-80c0-41a3-9452-6f46ddf96c64" providerId="ADAL" clId="{FD1291CD-0257-E543-A88B-77AB25EA647A}" dt="2022-06-16T12:48:32.880" v="170"/>
          <ac:spMkLst>
            <pc:docMk/>
            <pc:sldMk cId="2882640276" sldId="279"/>
            <ac:spMk id="78" creationId="{E462605F-2339-E4B7-8C3F-6F4C2FDC226B}"/>
          </ac:spMkLst>
        </pc:spChg>
        <pc:spChg chg="mod">
          <ac:chgData name="Asim Ajmal" userId="5f48f1f6-80c0-41a3-9452-6f46ddf96c64" providerId="ADAL" clId="{FD1291CD-0257-E543-A88B-77AB25EA647A}" dt="2022-06-16T12:48:32.880" v="170"/>
          <ac:spMkLst>
            <pc:docMk/>
            <pc:sldMk cId="2882640276" sldId="279"/>
            <ac:spMk id="79" creationId="{56ADA1C4-F21B-66EE-D92E-9A987C34B2C6}"/>
          </ac:spMkLst>
        </pc:spChg>
        <pc:spChg chg="mod">
          <ac:chgData name="Asim Ajmal" userId="5f48f1f6-80c0-41a3-9452-6f46ddf96c64" providerId="ADAL" clId="{FD1291CD-0257-E543-A88B-77AB25EA647A}" dt="2022-06-16T12:48:32.880" v="170"/>
          <ac:spMkLst>
            <pc:docMk/>
            <pc:sldMk cId="2882640276" sldId="279"/>
            <ac:spMk id="80" creationId="{06970CDD-6191-31E2-EEDF-26E0E3BB2213}"/>
          </ac:spMkLst>
        </pc:spChg>
        <pc:spChg chg="mod">
          <ac:chgData name="Asim Ajmal" userId="5f48f1f6-80c0-41a3-9452-6f46ddf96c64" providerId="ADAL" clId="{FD1291CD-0257-E543-A88B-77AB25EA647A}" dt="2022-06-16T12:48:32.880" v="170"/>
          <ac:spMkLst>
            <pc:docMk/>
            <pc:sldMk cId="2882640276" sldId="279"/>
            <ac:spMk id="81" creationId="{A45D50BE-B512-CFED-1E54-99586C87394D}"/>
          </ac:spMkLst>
        </pc:spChg>
        <pc:spChg chg="mod">
          <ac:chgData name="Asim Ajmal" userId="5f48f1f6-80c0-41a3-9452-6f46ddf96c64" providerId="ADAL" clId="{FD1291CD-0257-E543-A88B-77AB25EA647A}" dt="2022-06-16T12:48:32.880" v="170"/>
          <ac:spMkLst>
            <pc:docMk/>
            <pc:sldMk cId="2882640276" sldId="279"/>
            <ac:spMk id="82" creationId="{9A6795BB-9A8A-A14B-6E6F-7F0662E1E33B}"/>
          </ac:spMkLst>
        </pc:spChg>
        <pc:spChg chg="mod">
          <ac:chgData name="Asim Ajmal" userId="5f48f1f6-80c0-41a3-9452-6f46ddf96c64" providerId="ADAL" clId="{FD1291CD-0257-E543-A88B-77AB25EA647A}" dt="2022-06-16T12:48:32.880" v="170"/>
          <ac:spMkLst>
            <pc:docMk/>
            <pc:sldMk cId="2882640276" sldId="279"/>
            <ac:spMk id="83" creationId="{60A10007-254A-7444-431F-08B4BC440B9A}"/>
          </ac:spMkLst>
        </pc:spChg>
        <pc:spChg chg="mod">
          <ac:chgData name="Asim Ajmal" userId="5f48f1f6-80c0-41a3-9452-6f46ddf96c64" providerId="ADAL" clId="{FD1291CD-0257-E543-A88B-77AB25EA647A}" dt="2022-06-16T12:48:32.880" v="170"/>
          <ac:spMkLst>
            <pc:docMk/>
            <pc:sldMk cId="2882640276" sldId="279"/>
            <ac:spMk id="84" creationId="{EED2DFA7-5F54-6A6D-2674-1995059C4464}"/>
          </ac:spMkLst>
        </pc:spChg>
        <pc:spChg chg="mod">
          <ac:chgData name="Asim Ajmal" userId="5f48f1f6-80c0-41a3-9452-6f46ddf96c64" providerId="ADAL" clId="{FD1291CD-0257-E543-A88B-77AB25EA647A}" dt="2022-06-16T12:48:32.880" v="170"/>
          <ac:spMkLst>
            <pc:docMk/>
            <pc:sldMk cId="2882640276" sldId="279"/>
            <ac:spMk id="85" creationId="{768A5A12-E72E-9AB9-4A4F-62121A47E2EB}"/>
          </ac:spMkLst>
        </pc:spChg>
        <pc:spChg chg="add del mod">
          <ac:chgData name="Asim Ajmal" userId="5f48f1f6-80c0-41a3-9452-6f46ddf96c64" providerId="ADAL" clId="{FD1291CD-0257-E543-A88B-77AB25EA647A}" dt="2022-06-16T13:03:34.670" v="464" actId="207"/>
          <ac:spMkLst>
            <pc:docMk/>
            <pc:sldMk cId="2882640276" sldId="279"/>
            <ac:spMk id="88" creationId="{6FECB98D-35ED-C6D4-84C4-B7D8308E3AD4}"/>
          </ac:spMkLst>
        </pc:spChg>
        <pc:spChg chg="add del mod">
          <ac:chgData name="Asim Ajmal" userId="5f48f1f6-80c0-41a3-9452-6f46ddf96c64" providerId="ADAL" clId="{FD1291CD-0257-E543-A88B-77AB25EA647A}" dt="2022-06-16T12:50:15.061" v="196" actId="47"/>
          <ac:spMkLst>
            <pc:docMk/>
            <pc:sldMk cId="2882640276" sldId="279"/>
            <ac:spMk id="89" creationId="{B40EAFB0-DEA6-E1E1-D43B-EDC605239BFC}"/>
          </ac:spMkLst>
        </pc:spChg>
        <pc:spChg chg="add del mod">
          <ac:chgData name="Asim Ajmal" userId="5f48f1f6-80c0-41a3-9452-6f46ddf96c64" providerId="ADAL" clId="{FD1291CD-0257-E543-A88B-77AB25EA647A}" dt="2022-06-16T12:50:14.563" v="195" actId="767"/>
          <ac:spMkLst>
            <pc:docMk/>
            <pc:sldMk cId="2882640276" sldId="279"/>
            <ac:spMk id="90" creationId="{FB12C1FD-5680-26C8-16CE-4E3DD2BFEBC0}"/>
          </ac:spMkLst>
        </pc:spChg>
        <pc:spChg chg="add del mod">
          <ac:chgData name="Asim Ajmal" userId="5f48f1f6-80c0-41a3-9452-6f46ddf96c64" providerId="ADAL" clId="{FD1291CD-0257-E543-A88B-77AB25EA647A}" dt="2022-06-16T12:50:12.782" v="192" actId="767"/>
          <ac:spMkLst>
            <pc:docMk/>
            <pc:sldMk cId="2882640276" sldId="279"/>
            <ac:spMk id="91" creationId="{A7188D0A-B779-8BE0-59CF-576ACCB09A3E}"/>
          </ac:spMkLst>
        </pc:spChg>
        <pc:spChg chg="add del mod">
          <ac:chgData name="Asim Ajmal" userId="5f48f1f6-80c0-41a3-9452-6f46ddf96c64" providerId="ADAL" clId="{FD1291CD-0257-E543-A88B-77AB25EA647A}" dt="2022-06-16T12:50:12.418" v="191" actId="767"/>
          <ac:spMkLst>
            <pc:docMk/>
            <pc:sldMk cId="2882640276" sldId="279"/>
            <ac:spMk id="92" creationId="{79277E7B-1853-89EB-3C8A-8D4C94E6C2BC}"/>
          </ac:spMkLst>
        </pc:spChg>
        <pc:spChg chg="add mod">
          <ac:chgData name="Asim Ajmal" userId="5f48f1f6-80c0-41a3-9452-6f46ddf96c64" providerId="ADAL" clId="{FD1291CD-0257-E543-A88B-77AB25EA647A}" dt="2022-06-16T12:55:27.377" v="274" actId="1076"/>
          <ac:spMkLst>
            <pc:docMk/>
            <pc:sldMk cId="2882640276" sldId="279"/>
            <ac:spMk id="93" creationId="{4E8030A4-9C1D-29EA-7FC4-1B8E221C9106}"/>
          </ac:spMkLst>
        </pc:spChg>
        <pc:spChg chg="add mod">
          <ac:chgData name="Asim Ajmal" userId="5f48f1f6-80c0-41a3-9452-6f46ddf96c64" providerId="ADAL" clId="{FD1291CD-0257-E543-A88B-77AB25EA647A}" dt="2022-06-16T12:56:26.813" v="279"/>
          <ac:spMkLst>
            <pc:docMk/>
            <pc:sldMk cId="2882640276" sldId="279"/>
            <ac:spMk id="94" creationId="{591709C5-3C99-3F42-7F51-0940B2A756E2}"/>
          </ac:spMkLst>
        </pc:spChg>
        <pc:spChg chg="add mod">
          <ac:chgData name="Asim Ajmal" userId="5f48f1f6-80c0-41a3-9452-6f46ddf96c64" providerId="ADAL" clId="{FD1291CD-0257-E543-A88B-77AB25EA647A}" dt="2022-06-16T13:09:31.192" v="552" actId="1076"/>
          <ac:spMkLst>
            <pc:docMk/>
            <pc:sldMk cId="2882640276" sldId="279"/>
            <ac:spMk id="95" creationId="{F4E70D79-479F-993C-4847-D299C8E10AD0}"/>
          </ac:spMkLst>
        </pc:spChg>
        <pc:spChg chg="add mod">
          <ac:chgData name="Asim Ajmal" userId="5f48f1f6-80c0-41a3-9452-6f46ddf96c64" providerId="ADAL" clId="{FD1291CD-0257-E543-A88B-77AB25EA647A}" dt="2022-06-16T12:57:26.063" v="326" actId="20577"/>
          <ac:spMkLst>
            <pc:docMk/>
            <pc:sldMk cId="2882640276" sldId="279"/>
            <ac:spMk id="96" creationId="{B73A9066-3C40-4B76-5540-ACF3D5111FD5}"/>
          </ac:spMkLst>
        </pc:spChg>
        <pc:spChg chg="add mod">
          <ac:chgData name="Asim Ajmal" userId="5f48f1f6-80c0-41a3-9452-6f46ddf96c64" providerId="ADAL" clId="{FD1291CD-0257-E543-A88B-77AB25EA647A}" dt="2022-06-16T12:57:59.158" v="330" actId="1076"/>
          <ac:spMkLst>
            <pc:docMk/>
            <pc:sldMk cId="2882640276" sldId="279"/>
            <ac:spMk id="97" creationId="{FD8B093A-43F5-A796-54AB-5DA8BD672FF1}"/>
          </ac:spMkLst>
        </pc:spChg>
        <pc:grpChg chg="add del mod">
          <ac:chgData name="Asim Ajmal" userId="5f48f1f6-80c0-41a3-9452-6f46ddf96c64" providerId="ADAL" clId="{FD1291CD-0257-E543-A88B-77AB25EA647A}" dt="2022-06-16T12:58:24.200" v="334" actId="14100"/>
          <ac:grpSpMkLst>
            <pc:docMk/>
            <pc:sldMk cId="2882640276" sldId="279"/>
            <ac:grpSpMk id="8" creationId="{F2AC15FC-82BE-276C-97B3-1CA497F5ED98}"/>
          </ac:grpSpMkLst>
        </pc:grpChg>
        <pc:grpChg chg="add del mod">
          <ac:chgData name="Asim Ajmal" userId="5f48f1f6-80c0-41a3-9452-6f46ddf96c64" providerId="ADAL" clId="{FD1291CD-0257-E543-A88B-77AB25EA647A}" dt="2022-06-16T12:51:57.859" v="244"/>
          <ac:grpSpMkLst>
            <pc:docMk/>
            <pc:sldMk cId="2882640276" sldId="279"/>
            <ac:grpSpMk id="9" creationId="{785C5ECA-1DF4-D7C3-92FC-F1426FCC7AED}"/>
          </ac:grpSpMkLst>
        </pc:grpChg>
        <pc:grpChg chg="mod">
          <ac:chgData name="Asim Ajmal" userId="5f48f1f6-80c0-41a3-9452-6f46ddf96c64" providerId="ADAL" clId="{FD1291CD-0257-E543-A88B-77AB25EA647A}" dt="2022-06-16T12:51:57.859" v="244"/>
          <ac:grpSpMkLst>
            <pc:docMk/>
            <pc:sldMk cId="2882640276" sldId="279"/>
            <ac:grpSpMk id="10" creationId="{010C7D44-5340-720E-AA44-CCF45E4DD434}"/>
          </ac:grpSpMkLst>
        </pc:grpChg>
        <pc:grpChg chg="mod">
          <ac:chgData name="Asim Ajmal" userId="5f48f1f6-80c0-41a3-9452-6f46ddf96c64" providerId="ADAL" clId="{FD1291CD-0257-E543-A88B-77AB25EA647A}" dt="2022-06-16T12:51:57.859" v="244"/>
          <ac:grpSpMkLst>
            <pc:docMk/>
            <pc:sldMk cId="2882640276" sldId="279"/>
            <ac:grpSpMk id="11" creationId="{15752391-3C5F-6B85-FFB7-7207677EE5A4}"/>
          </ac:grpSpMkLst>
        </pc:grpChg>
        <pc:grpChg chg="mod">
          <ac:chgData name="Asim Ajmal" userId="5f48f1f6-80c0-41a3-9452-6f46ddf96c64" providerId="ADAL" clId="{FD1291CD-0257-E543-A88B-77AB25EA647A}" dt="2022-06-16T12:51:57.859" v="244"/>
          <ac:grpSpMkLst>
            <pc:docMk/>
            <pc:sldMk cId="2882640276" sldId="279"/>
            <ac:grpSpMk id="12" creationId="{D4AE4462-BDD9-9E4A-45D4-2234198F91F0}"/>
          </ac:grpSpMkLst>
        </pc:grpChg>
        <pc:grpChg chg="del mod">
          <ac:chgData name="Asim Ajmal" userId="5f48f1f6-80c0-41a3-9452-6f46ddf96c64" providerId="ADAL" clId="{FD1291CD-0257-E543-A88B-77AB25EA647A}" dt="2022-06-16T12:49:09.532" v="178" actId="478"/>
          <ac:grpSpMkLst>
            <pc:docMk/>
            <pc:sldMk cId="2882640276" sldId="279"/>
            <ac:grpSpMk id="13" creationId="{D91E2D62-AFFC-F9A3-CFFD-9C03936360A9}"/>
          </ac:grpSpMkLst>
        </pc:grpChg>
        <pc:grpChg chg="mod">
          <ac:chgData name="Asim Ajmal" userId="5f48f1f6-80c0-41a3-9452-6f46ddf96c64" providerId="ADAL" clId="{FD1291CD-0257-E543-A88B-77AB25EA647A}" dt="2022-06-16T12:51:57.859" v="244"/>
          <ac:grpSpMkLst>
            <pc:docMk/>
            <pc:sldMk cId="2882640276" sldId="279"/>
            <ac:grpSpMk id="14" creationId="{1EC61FDE-6F63-CCED-7363-91D0641998E5}"/>
          </ac:grpSpMkLst>
        </pc:grpChg>
        <pc:grpChg chg="add del mod">
          <ac:chgData name="Asim Ajmal" userId="5f48f1f6-80c0-41a3-9452-6f46ddf96c64" providerId="ADAL" clId="{FD1291CD-0257-E543-A88B-77AB25EA647A}" dt="2022-06-16T12:48:34.640" v="171"/>
          <ac:grpSpMkLst>
            <pc:docMk/>
            <pc:sldMk cId="2882640276" sldId="279"/>
            <ac:grpSpMk id="56" creationId="{B922DB42-FB39-CB0B-F83E-6E3A13FECCE2}"/>
          </ac:grpSpMkLst>
        </pc:grpChg>
        <pc:grpChg chg="mod">
          <ac:chgData name="Asim Ajmal" userId="5f48f1f6-80c0-41a3-9452-6f46ddf96c64" providerId="ADAL" clId="{FD1291CD-0257-E543-A88B-77AB25EA647A}" dt="2022-06-16T12:48:32.880" v="170"/>
          <ac:grpSpMkLst>
            <pc:docMk/>
            <pc:sldMk cId="2882640276" sldId="279"/>
            <ac:grpSpMk id="57" creationId="{56F87B11-40F6-864A-64BC-007E109157DA}"/>
          </ac:grpSpMkLst>
        </pc:grpChg>
        <pc:grpChg chg="mod">
          <ac:chgData name="Asim Ajmal" userId="5f48f1f6-80c0-41a3-9452-6f46ddf96c64" providerId="ADAL" clId="{FD1291CD-0257-E543-A88B-77AB25EA647A}" dt="2022-06-16T12:48:32.880" v="170"/>
          <ac:grpSpMkLst>
            <pc:docMk/>
            <pc:sldMk cId="2882640276" sldId="279"/>
            <ac:grpSpMk id="58" creationId="{516C5B15-3F79-50B4-7A69-33F40B3E0648}"/>
          </ac:grpSpMkLst>
        </pc:grpChg>
        <pc:grpChg chg="mod">
          <ac:chgData name="Asim Ajmal" userId="5f48f1f6-80c0-41a3-9452-6f46ddf96c64" providerId="ADAL" clId="{FD1291CD-0257-E543-A88B-77AB25EA647A}" dt="2022-06-16T12:48:32.880" v="170"/>
          <ac:grpSpMkLst>
            <pc:docMk/>
            <pc:sldMk cId="2882640276" sldId="279"/>
            <ac:grpSpMk id="59" creationId="{ED981808-11C8-E84B-629A-146AF28C9CE9}"/>
          </ac:grpSpMkLst>
        </pc:grpChg>
        <pc:grpChg chg="mod">
          <ac:chgData name="Asim Ajmal" userId="5f48f1f6-80c0-41a3-9452-6f46ddf96c64" providerId="ADAL" clId="{FD1291CD-0257-E543-A88B-77AB25EA647A}" dt="2022-06-16T12:48:32.880" v="170"/>
          <ac:grpSpMkLst>
            <pc:docMk/>
            <pc:sldMk cId="2882640276" sldId="279"/>
            <ac:grpSpMk id="60" creationId="{FC77F216-D29F-93B2-B43C-BE4CDDF8F079}"/>
          </ac:grpSpMkLst>
        </pc:grpChg>
        <pc:grpChg chg="mod">
          <ac:chgData name="Asim Ajmal" userId="5f48f1f6-80c0-41a3-9452-6f46ddf96c64" providerId="ADAL" clId="{FD1291CD-0257-E543-A88B-77AB25EA647A}" dt="2022-06-16T12:48:32.880" v="170"/>
          <ac:grpSpMkLst>
            <pc:docMk/>
            <pc:sldMk cId="2882640276" sldId="279"/>
            <ac:grpSpMk id="61" creationId="{2F7BEA6F-A926-8479-EA52-0DAE1DFACA9B}"/>
          </ac:grpSpMkLst>
        </pc:grpChg>
        <pc:grpChg chg="mod">
          <ac:chgData name="Asim Ajmal" userId="5f48f1f6-80c0-41a3-9452-6f46ddf96c64" providerId="ADAL" clId="{FD1291CD-0257-E543-A88B-77AB25EA647A}" dt="2022-06-16T12:48:32.880" v="170"/>
          <ac:grpSpMkLst>
            <pc:docMk/>
            <pc:sldMk cId="2882640276" sldId="279"/>
            <ac:grpSpMk id="62" creationId="{4731CE04-D8D9-BE45-21AB-A6369B5F0976}"/>
          </ac:grpSpMkLst>
        </pc:grpChg>
        <pc:grpChg chg="add mod">
          <ac:chgData name="Asim Ajmal" userId="5f48f1f6-80c0-41a3-9452-6f46ddf96c64" providerId="ADAL" clId="{FD1291CD-0257-E543-A88B-77AB25EA647A}" dt="2022-06-16T12:59:10.539" v="338" actId="1076"/>
          <ac:grpSpMkLst>
            <pc:docMk/>
            <pc:sldMk cId="2882640276" sldId="279"/>
            <ac:grpSpMk id="98" creationId="{37C7653F-E056-8070-02C0-FA6BE71D242D}"/>
          </ac:grpSpMkLst>
        </pc:grpChg>
        <pc:graphicFrameChg chg="add del mod">
          <ac:chgData name="Asim Ajmal" userId="5f48f1f6-80c0-41a3-9452-6f46ddf96c64" providerId="ADAL" clId="{FD1291CD-0257-E543-A88B-77AB25EA647A}" dt="2022-06-16T12:29:39.671" v="47"/>
          <ac:graphicFrameMkLst>
            <pc:docMk/>
            <pc:sldMk cId="2882640276" sldId="279"/>
            <ac:graphicFrameMk id="3" creationId="{70149974-4521-71A0-2C59-3180D6AD25E8}"/>
          </ac:graphicFrameMkLst>
        </pc:graphicFrameChg>
        <pc:graphicFrameChg chg="add del mod">
          <ac:chgData name="Asim Ajmal" userId="5f48f1f6-80c0-41a3-9452-6f46ddf96c64" providerId="ADAL" clId="{FD1291CD-0257-E543-A88B-77AB25EA647A}" dt="2022-06-16T12:29:48.096" v="49"/>
          <ac:graphicFrameMkLst>
            <pc:docMk/>
            <pc:sldMk cId="2882640276" sldId="279"/>
            <ac:graphicFrameMk id="4" creationId="{34829F63-4F97-04DE-1390-E022A116FFFE}"/>
          </ac:graphicFrameMkLst>
        </pc:graphicFrameChg>
        <pc:picChg chg="add del mod">
          <ac:chgData name="Asim Ajmal" userId="5f48f1f6-80c0-41a3-9452-6f46ddf96c64" providerId="ADAL" clId="{FD1291CD-0257-E543-A88B-77AB25EA647A}" dt="2022-06-16T12:31:14.128" v="70" actId="478"/>
          <ac:picMkLst>
            <pc:docMk/>
            <pc:sldMk cId="2882640276" sldId="279"/>
            <ac:picMk id="5" creationId="{9D5E8014-DA43-4839-39DD-4C889C6F7BF4}"/>
          </ac:picMkLst>
        </pc:picChg>
        <pc:picChg chg="add del mod">
          <ac:chgData name="Asim Ajmal" userId="5f48f1f6-80c0-41a3-9452-6f46ddf96c64" providerId="ADAL" clId="{FD1291CD-0257-E543-A88B-77AB25EA647A}" dt="2022-06-16T12:45:16.477" v="72" actId="478"/>
          <ac:picMkLst>
            <pc:docMk/>
            <pc:sldMk cId="2882640276" sldId="279"/>
            <ac:picMk id="45" creationId="{A5E5F23C-CBAF-8B6D-4FFD-06D307929D93}"/>
          </ac:picMkLst>
        </pc:picChg>
        <pc:picChg chg="add del mod">
          <ac:chgData name="Asim Ajmal" userId="5f48f1f6-80c0-41a3-9452-6f46ddf96c64" providerId="ADAL" clId="{FD1291CD-0257-E543-A88B-77AB25EA647A}" dt="2022-06-16T12:45:16.477" v="72" actId="478"/>
          <ac:picMkLst>
            <pc:docMk/>
            <pc:sldMk cId="2882640276" sldId="279"/>
            <ac:picMk id="46" creationId="{A21E61CB-41C7-42D2-DFAA-87CF5603364F}"/>
          </ac:picMkLst>
        </pc:picChg>
        <pc:picChg chg="add del mod">
          <ac:chgData name="Asim Ajmal" userId="5f48f1f6-80c0-41a3-9452-6f46ddf96c64" providerId="ADAL" clId="{FD1291CD-0257-E543-A88B-77AB25EA647A}" dt="2022-06-16T12:45:16.477" v="72" actId="478"/>
          <ac:picMkLst>
            <pc:docMk/>
            <pc:sldMk cId="2882640276" sldId="279"/>
            <ac:picMk id="47" creationId="{00C19185-45FE-8AD2-7BBA-FA4F9350AB02}"/>
          </ac:picMkLst>
        </pc:picChg>
        <pc:picChg chg="add del mod">
          <ac:chgData name="Asim Ajmal" userId="5f48f1f6-80c0-41a3-9452-6f46ddf96c64" providerId="ADAL" clId="{FD1291CD-0257-E543-A88B-77AB25EA647A}" dt="2022-06-16T12:45:16.477" v="72" actId="478"/>
          <ac:picMkLst>
            <pc:docMk/>
            <pc:sldMk cId="2882640276" sldId="279"/>
            <ac:picMk id="48" creationId="{C3B5DC3A-ED5D-1776-A511-6106078881D2}"/>
          </ac:picMkLst>
        </pc:picChg>
        <pc:picChg chg="add del mod">
          <ac:chgData name="Asim Ajmal" userId="5f48f1f6-80c0-41a3-9452-6f46ddf96c64" providerId="ADAL" clId="{FD1291CD-0257-E543-A88B-77AB25EA647A}" dt="2022-06-16T12:45:16.477" v="72" actId="478"/>
          <ac:picMkLst>
            <pc:docMk/>
            <pc:sldMk cId="2882640276" sldId="279"/>
            <ac:picMk id="49" creationId="{74116648-DA44-9D3C-C669-2230541858D9}"/>
          </ac:picMkLst>
        </pc:picChg>
        <pc:picChg chg="add del mod">
          <ac:chgData name="Asim Ajmal" userId="5f48f1f6-80c0-41a3-9452-6f46ddf96c64" providerId="ADAL" clId="{FD1291CD-0257-E543-A88B-77AB25EA647A}" dt="2022-06-16T12:45:16.477" v="72" actId="478"/>
          <ac:picMkLst>
            <pc:docMk/>
            <pc:sldMk cId="2882640276" sldId="279"/>
            <ac:picMk id="50" creationId="{8C321CF4-77BA-ECDA-1B1A-0E4539BDB733}"/>
          </ac:picMkLst>
        </pc:picChg>
        <pc:picChg chg="add del mod">
          <ac:chgData name="Asim Ajmal" userId="5f48f1f6-80c0-41a3-9452-6f46ddf96c64" providerId="ADAL" clId="{FD1291CD-0257-E543-A88B-77AB25EA647A}" dt="2022-06-16T12:45:16.477" v="72" actId="478"/>
          <ac:picMkLst>
            <pc:docMk/>
            <pc:sldMk cId="2882640276" sldId="279"/>
            <ac:picMk id="51" creationId="{A2EFE2B5-CC32-4790-21F7-DC8AC64E2322}"/>
          </ac:picMkLst>
        </pc:picChg>
        <pc:picChg chg="add del mod">
          <ac:chgData name="Asim Ajmal" userId="5f48f1f6-80c0-41a3-9452-6f46ddf96c64" providerId="ADAL" clId="{FD1291CD-0257-E543-A88B-77AB25EA647A}" dt="2022-06-16T12:45:16.477" v="72" actId="478"/>
          <ac:picMkLst>
            <pc:docMk/>
            <pc:sldMk cId="2882640276" sldId="279"/>
            <ac:picMk id="52" creationId="{54ABBFC0-ADFA-D4D6-13D5-FCFEA782C537}"/>
          </ac:picMkLst>
        </pc:picChg>
        <pc:picChg chg="add del mod">
          <ac:chgData name="Asim Ajmal" userId="5f48f1f6-80c0-41a3-9452-6f46ddf96c64" providerId="ADAL" clId="{FD1291CD-0257-E543-A88B-77AB25EA647A}" dt="2022-06-16T12:45:16.477" v="72" actId="478"/>
          <ac:picMkLst>
            <pc:docMk/>
            <pc:sldMk cId="2882640276" sldId="279"/>
            <ac:picMk id="53" creationId="{1E540524-448D-93CA-5F3C-8CF3BE045F7A}"/>
          </ac:picMkLst>
        </pc:picChg>
        <pc:picChg chg="add del mod">
          <ac:chgData name="Asim Ajmal" userId="5f48f1f6-80c0-41a3-9452-6f46ddf96c64" providerId="ADAL" clId="{FD1291CD-0257-E543-A88B-77AB25EA647A}" dt="2022-06-16T12:45:16.477" v="72" actId="478"/>
          <ac:picMkLst>
            <pc:docMk/>
            <pc:sldMk cId="2882640276" sldId="279"/>
            <ac:picMk id="54" creationId="{B626CD98-D291-3583-CB89-BE9D72C65909}"/>
          </ac:picMkLst>
        </pc:picChg>
        <pc:picChg chg="add mod">
          <ac:chgData name="Asim Ajmal" userId="5f48f1f6-80c0-41a3-9452-6f46ddf96c64" providerId="ADAL" clId="{FD1291CD-0257-E543-A88B-77AB25EA647A}" dt="2022-06-16T13:02:41.718" v="461"/>
          <ac:picMkLst>
            <pc:docMk/>
            <pc:sldMk cId="2882640276" sldId="279"/>
            <ac:picMk id="99" creationId="{15862E4E-C35B-BE74-076C-16B83E9EA16D}"/>
          </ac:picMkLst>
        </pc:picChg>
        <pc:cxnChg chg="mod">
          <ac:chgData name="Asim Ajmal" userId="5f48f1f6-80c0-41a3-9452-6f46ddf96c64" providerId="ADAL" clId="{FD1291CD-0257-E543-A88B-77AB25EA647A}" dt="2022-06-16T13:03:48.523" v="465" actId="692"/>
          <ac:cxnSpMkLst>
            <pc:docMk/>
            <pc:sldMk cId="2882640276" sldId="279"/>
            <ac:cxnSpMk id="15" creationId="{FEE52779-7E66-D615-EB7F-1DEE64A4E13A}"/>
          </ac:cxnSpMkLst>
        </pc:cxnChg>
        <pc:cxnChg chg="del mod">
          <ac:chgData name="Asim Ajmal" userId="5f48f1f6-80c0-41a3-9452-6f46ddf96c64" providerId="ADAL" clId="{FD1291CD-0257-E543-A88B-77AB25EA647A}" dt="2022-06-16T12:48:10.688" v="164" actId="478"/>
          <ac:cxnSpMkLst>
            <pc:docMk/>
            <pc:sldMk cId="2882640276" sldId="279"/>
            <ac:cxnSpMk id="16" creationId="{BB0444EB-769F-31EE-EF69-E2DFA659A894}"/>
          </ac:cxnSpMkLst>
        </pc:cxnChg>
        <pc:cxnChg chg="del mod">
          <ac:chgData name="Asim Ajmal" userId="5f48f1f6-80c0-41a3-9452-6f46ddf96c64" providerId="ADAL" clId="{FD1291CD-0257-E543-A88B-77AB25EA647A}" dt="2022-06-16T12:48:49.792" v="175" actId="478"/>
          <ac:cxnSpMkLst>
            <pc:docMk/>
            <pc:sldMk cId="2882640276" sldId="279"/>
            <ac:cxnSpMk id="17" creationId="{05ABE954-906D-00B6-DEDD-886D0E8AC740}"/>
          </ac:cxnSpMkLst>
        </pc:cxnChg>
        <pc:cxnChg chg="mod">
          <ac:chgData name="Asim Ajmal" userId="5f48f1f6-80c0-41a3-9452-6f46ddf96c64" providerId="ADAL" clId="{FD1291CD-0257-E543-A88B-77AB25EA647A}" dt="2022-06-16T12:51:57.859" v="244"/>
          <ac:cxnSpMkLst>
            <pc:docMk/>
            <pc:sldMk cId="2882640276" sldId="279"/>
            <ac:cxnSpMk id="18" creationId="{1836A1D5-EA0B-5F57-B90D-ED954F8C2CE6}"/>
          </ac:cxnSpMkLst>
        </pc:cxnChg>
        <pc:cxnChg chg="mod">
          <ac:chgData name="Asim Ajmal" userId="5f48f1f6-80c0-41a3-9452-6f46ddf96c64" providerId="ADAL" clId="{FD1291CD-0257-E543-A88B-77AB25EA647A}" dt="2022-06-16T12:51:57.859" v="244"/>
          <ac:cxnSpMkLst>
            <pc:docMk/>
            <pc:sldMk cId="2882640276" sldId="279"/>
            <ac:cxnSpMk id="19" creationId="{969AC2E1-9620-3668-86C7-3FD2A035C79C}"/>
          </ac:cxnSpMkLst>
        </pc:cxnChg>
        <pc:cxnChg chg="del mod">
          <ac:chgData name="Asim Ajmal" userId="5f48f1f6-80c0-41a3-9452-6f46ddf96c64" providerId="ADAL" clId="{FD1291CD-0257-E543-A88B-77AB25EA647A}" dt="2022-06-16T12:48:02.787" v="161" actId="478"/>
          <ac:cxnSpMkLst>
            <pc:docMk/>
            <pc:sldMk cId="2882640276" sldId="279"/>
            <ac:cxnSpMk id="20" creationId="{AEA31724-D80D-578E-69AE-D6205B7224B6}"/>
          </ac:cxnSpMkLst>
        </pc:cxnChg>
        <pc:cxnChg chg="add mod">
          <ac:chgData name="Asim Ajmal" userId="5f48f1f6-80c0-41a3-9452-6f46ddf96c64" providerId="ADAL" clId="{FD1291CD-0257-E543-A88B-77AB25EA647A}" dt="2022-06-16T13:03:52.638" v="466" actId="692"/>
          <ac:cxnSpMkLst>
            <pc:docMk/>
            <pc:sldMk cId="2882640276" sldId="279"/>
            <ac:cxnSpMk id="55" creationId="{C97128BF-D925-0E22-89E2-629C2DC69778}"/>
          </ac:cxnSpMkLst>
        </pc:cxnChg>
        <pc:cxnChg chg="mod">
          <ac:chgData name="Asim Ajmal" userId="5f48f1f6-80c0-41a3-9452-6f46ddf96c64" providerId="ADAL" clId="{FD1291CD-0257-E543-A88B-77AB25EA647A}" dt="2022-06-16T12:48:32.880" v="170"/>
          <ac:cxnSpMkLst>
            <pc:docMk/>
            <pc:sldMk cId="2882640276" sldId="279"/>
            <ac:cxnSpMk id="63" creationId="{DF23CF3F-EEB5-B089-E70E-51FDA5253BE5}"/>
          </ac:cxnSpMkLst>
        </pc:cxnChg>
        <pc:cxnChg chg="mod">
          <ac:chgData name="Asim Ajmal" userId="5f48f1f6-80c0-41a3-9452-6f46ddf96c64" providerId="ADAL" clId="{FD1291CD-0257-E543-A88B-77AB25EA647A}" dt="2022-06-16T12:48:32.880" v="170"/>
          <ac:cxnSpMkLst>
            <pc:docMk/>
            <pc:sldMk cId="2882640276" sldId="279"/>
            <ac:cxnSpMk id="64" creationId="{90A39A91-74AC-7388-9454-7ADFA1282C21}"/>
          </ac:cxnSpMkLst>
        </pc:cxnChg>
        <pc:cxnChg chg="mod">
          <ac:chgData name="Asim Ajmal" userId="5f48f1f6-80c0-41a3-9452-6f46ddf96c64" providerId="ADAL" clId="{FD1291CD-0257-E543-A88B-77AB25EA647A}" dt="2022-06-16T12:48:32.880" v="170"/>
          <ac:cxnSpMkLst>
            <pc:docMk/>
            <pc:sldMk cId="2882640276" sldId="279"/>
            <ac:cxnSpMk id="65" creationId="{E19BFEDB-0A32-4AC2-092C-7C781DC951F5}"/>
          </ac:cxnSpMkLst>
        </pc:cxnChg>
        <pc:cxnChg chg="mod">
          <ac:chgData name="Asim Ajmal" userId="5f48f1f6-80c0-41a3-9452-6f46ddf96c64" providerId="ADAL" clId="{FD1291CD-0257-E543-A88B-77AB25EA647A}" dt="2022-06-16T12:48:32.880" v="170"/>
          <ac:cxnSpMkLst>
            <pc:docMk/>
            <pc:sldMk cId="2882640276" sldId="279"/>
            <ac:cxnSpMk id="66" creationId="{1ADC8290-20C1-92AB-D185-370B0E980023}"/>
          </ac:cxnSpMkLst>
        </pc:cxnChg>
        <pc:cxnChg chg="add mod">
          <ac:chgData name="Asim Ajmal" userId="5f48f1f6-80c0-41a3-9452-6f46ddf96c64" providerId="ADAL" clId="{FD1291CD-0257-E543-A88B-77AB25EA647A}" dt="2022-06-16T12:48:41.907" v="173" actId="1076"/>
          <ac:cxnSpMkLst>
            <pc:docMk/>
            <pc:sldMk cId="2882640276" sldId="279"/>
            <ac:cxnSpMk id="86" creationId="{6693596D-4824-AA1A-93EA-A9067DB7E00C}"/>
          </ac:cxnSpMkLst>
        </pc:cxnChg>
        <pc:cxnChg chg="add mod">
          <ac:chgData name="Asim Ajmal" userId="5f48f1f6-80c0-41a3-9452-6f46ddf96c64" providerId="ADAL" clId="{FD1291CD-0257-E543-A88B-77AB25EA647A}" dt="2022-06-16T13:03:57.224" v="467" actId="692"/>
          <ac:cxnSpMkLst>
            <pc:docMk/>
            <pc:sldMk cId="2882640276" sldId="279"/>
            <ac:cxnSpMk id="87" creationId="{F0CF17EB-FFBC-C6D3-BF51-B876BA598C12}"/>
          </ac:cxnSpMkLst>
        </pc:cxnChg>
      </pc:sldChg>
    </pc:docChg>
  </pc:docChgLst>
  <pc:docChgLst>
    <pc:chgData name="Zohaib Akmal" userId="a5535c28-4935-4eb3-85b0-e647efa264cb" providerId="ADAL" clId="{20C3BF02-3C56-6449-BB08-BD664ABCC64C}"/>
    <pc:docChg chg="undo custSel modSld">
      <pc:chgData name="Zohaib Akmal" userId="a5535c28-4935-4eb3-85b0-e647efa264cb" providerId="ADAL" clId="{20C3BF02-3C56-6449-BB08-BD664ABCC64C}" dt="2022-07-08T22:10:05.198" v="167" actId="208"/>
      <pc:docMkLst>
        <pc:docMk/>
      </pc:docMkLst>
      <pc:sldChg chg="addSp delSp modSp mod">
        <pc:chgData name="Zohaib Akmal" userId="a5535c28-4935-4eb3-85b0-e647efa264cb" providerId="ADAL" clId="{20C3BF02-3C56-6449-BB08-BD664ABCC64C}" dt="2022-07-08T22:10:05.198" v="167" actId="208"/>
        <pc:sldMkLst>
          <pc:docMk/>
          <pc:sldMk cId="2882640276" sldId="279"/>
        </pc:sldMkLst>
        <pc:spChg chg="mod">
          <ac:chgData name="Zohaib Akmal" userId="a5535c28-4935-4eb3-85b0-e647efa264cb" providerId="ADAL" clId="{20C3BF02-3C56-6449-BB08-BD664ABCC64C}" dt="2022-07-08T22:06:32.055" v="77" actId="1076"/>
          <ac:spMkLst>
            <pc:docMk/>
            <pc:sldMk cId="2882640276" sldId="279"/>
            <ac:spMk id="2" creationId="{31B09C6A-6E35-402A-4ECB-393A895AC026}"/>
          </ac:spMkLst>
        </pc:spChg>
        <pc:spChg chg="add del mod">
          <ac:chgData name="Zohaib Akmal" userId="a5535c28-4935-4eb3-85b0-e647efa264cb" providerId="ADAL" clId="{20C3BF02-3C56-6449-BB08-BD664ABCC64C}" dt="2022-07-08T22:06:05.654" v="66"/>
          <ac:spMkLst>
            <pc:docMk/>
            <pc:sldMk cId="2882640276" sldId="279"/>
            <ac:spMk id="3" creationId="{3F4CAE36-A13F-D478-C224-C8AA62AC8625}"/>
          </ac:spMkLst>
        </pc:spChg>
        <pc:spChg chg="add del mod">
          <ac:chgData name="Zohaib Akmal" userId="a5535c28-4935-4eb3-85b0-e647efa264cb" providerId="ADAL" clId="{20C3BF02-3C56-6449-BB08-BD664ABCC64C}" dt="2022-07-08T22:06:10.575" v="69"/>
          <ac:spMkLst>
            <pc:docMk/>
            <pc:sldMk cId="2882640276" sldId="279"/>
            <ac:spMk id="4" creationId="{8FB86137-AADE-CDCD-89EA-457AA4D74B4A}"/>
          </ac:spMkLst>
        </pc:spChg>
        <pc:spChg chg="add del mod">
          <ac:chgData name="Zohaib Akmal" userId="a5535c28-4935-4eb3-85b0-e647efa264cb" providerId="ADAL" clId="{20C3BF02-3C56-6449-BB08-BD664ABCC64C}" dt="2022-07-08T22:06:29.263" v="75" actId="478"/>
          <ac:spMkLst>
            <pc:docMk/>
            <pc:sldMk cId="2882640276" sldId="279"/>
            <ac:spMk id="5" creationId="{67C56171-3BD8-9718-111A-25D5A2EF9303}"/>
          </ac:spMkLst>
        </pc:spChg>
        <pc:spChg chg="add del mod">
          <ac:chgData name="Zohaib Akmal" userId="a5535c28-4935-4eb3-85b0-e647efa264cb" providerId="ADAL" clId="{20C3BF02-3C56-6449-BB08-BD664ABCC64C}" dt="2022-07-08T22:06:27.585" v="74"/>
          <ac:spMkLst>
            <pc:docMk/>
            <pc:sldMk cId="2882640276" sldId="279"/>
            <ac:spMk id="6" creationId="{FD512DE7-B195-16F2-4E10-0DFE6CA771D1}"/>
          </ac:spMkLst>
        </pc:spChg>
        <pc:spChg chg="mod">
          <ac:chgData name="Zohaib Akmal" userId="a5535c28-4935-4eb3-85b0-e647efa264cb" providerId="ADAL" clId="{20C3BF02-3C56-6449-BB08-BD664ABCC64C}" dt="2022-07-08T22:08:28.313" v="157"/>
          <ac:spMkLst>
            <pc:docMk/>
            <pc:sldMk cId="2882640276" sldId="279"/>
            <ac:spMk id="23" creationId="{15EE1536-95FA-674A-76BA-1721390F2F44}"/>
          </ac:spMkLst>
        </pc:spChg>
        <pc:spChg chg="del">
          <ac:chgData name="Zohaib Akmal" userId="a5535c28-4935-4eb3-85b0-e647efa264cb" providerId="ADAL" clId="{20C3BF02-3C56-6449-BB08-BD664ABCC64C}" dt="2022-07-08T22:05:14.195" v="53" actId="478"/>
          <ac:spMkLst>
            <pc:docMk/>
            <pc:sldMk cId="2882640276" sldId="279"/>
            <ac:spMk id="26" creationId="{04A2EDB0-7394-FE43-0B8B-DE0D3AC3124B}"/>
          </ac:spMkLst>
        </pc:spChg>
        <pc:spChg chg="mod">
          <ac:chgData name="Zohaib Akmal" userId="a5535c28-4935-4eb3-85b0-e647efa264cb" providerId="ADAL" clId="{20C3BF02-3C56-6449-BB08-BD664ABCC64C}" dt="2022-07-08T22:08:28.313" v="157"/>
          <ac:spMkLst>
            <pc:docMk/>
            <pc:sldMk cId="2882640276" sldId="279"/>
            <ac:spMk id="27" creationId="{62418084-EEB1-275C-F618-C3D240575170}"/>
          </ac:spMkLst>
        </pc:spChg>
        <pc:spChg chg="mod">
          <ac:chgData name="Zohaib Akmal" userId="a5535c28-4935-4eb3-85b0-e647efa264cb" providerId="ADAL" clId="{20C3BF02-3C56-6449-BB08-BD664ABCC64C}" dt="2022-07-08T22:09:50.954" v="163" actId="208"/>
          <ac:spMkLst>
            <pc:docMk/>
            <pc:sldMk cId="2882640276" sldId="279"/>
            <ac:spMk id="28" creationId="{37BC8745-7608-8359-43AC-D3441CDD7DCE}"/>
          </ac:spMkLst>
        </pc:spChg>
        <pc:spChg chg="mod">
          <ac:chgData name="Zohaib Akmal" userId="a5535c28-4935-4eb3-85b0-e647efa264cb" providerId="ADAL" clId="{20C3BF02-3C56-6449-BB08-BD664ABCC64C}" dt="2022-07-08T22:10:02.431" v="166" actId="208"/>
          <ac:spMkLst>
            <pc:docMk/>
            <pc:sldMk cId="2882640276" sldId="279"/>
            <ac:spMk id="29" creationId="{93377B34-C5E0-0793-A4D6-710A5A232453}"/>
          </ac:spMkLst>
        </pc:spChg>
        <pc:spChg chg="mod">
          <ac:chgData name="Zohaib Akmal" userId="a5535c28-4935-4eb3-85b0-e647efa264cb" providerId="ADAL" clId="{20C3BF02-3C56-6449-BB08-BD664ABCC64C}" dt="2022-07-08T22:08:28.313" v="157"/>
          <ac:spMkLst>
            <pc:docMk/>
            <pc:sldMk cId="2882640276" sldId="279"/>
            <ac:spMk id="30" creationId="{61459C4B-FE1D-AFD4-5908-3F3B1EB097ED}"/>
          </ac:spMkLst>
        </pc:spChg>
        <pc:spChg chg="mod">
          <ac:chgData name="Zohaib Akmal" userId="a5535c28-4935-4eb3-85b0-e647efa264cb" providerId="ADAL" clId="{20C3BF02-3C56-6449-BB08-BD664ABCC64C}" dt="2022-07-08T22:08:28.313" v="157"/>
          <ac:spMkLst>
            <pc:docMk/>
            <pc:sldMk cId="2882640276" sldId="279"/>
            <ac:spMk id="31" creationId="{285A3FE7-575B-1F79-1295-1229782EE8FE}"/>
          </ac:spMkLst>
        </pc:spChg>
        <pc:spChg chg="add del mod">
          <ac:chgData name="Zohaib Akmal" userId="a5535c28-4935-4eb3-85b0-e647efa264cb" providerId="ADAL" clId="{20C3BF02-3C56-6449-BB08-BD664ABCC64C}" dt="2022-07-08T22:05:57.815" v="62" actId="478"/>
          <ac:spMkLst>
            <pc:docMk/>
            <pc:sldMk cId="2882640276" sldId="279"/>
            <ac:spMk id="33" creationId="{7471F422-2947-7E6A-4825-FF77C2CC5E1C}"/>
          </ac:spMkLst>
        </pc:spChg>
        <pc:spChg chg="del mod">
          <ac:chgData name="Zohaib Akmal" userId="a5535c28-4935-4eb3-85b0-e647efa264cb" providerId="ADAL" clId="{20C3BF02-3C56-6449-BB08-BD664ABCC64C}" dt="2022-07-08T22:06:17.633" v="70" actId="478"/>
          <ac:spMkLst>
            <pc:docMk/>
            <pc:sldMk cId="2882640276" sldId="279"/>
            <ac:spMk id="34" creationId="{86BEC747-598C-29CD-6355-A7E845D1B659}"/>
          </ac:spMkLst>
        </pc:spChg>
        <pc:spChg chg="mod">
          <ac:chgData name="Zohaib Akmal" userId="a5535c28-4935-4eb3-85b0-e647efa264cb" providerId="ADAL" clId="{20C3BF02-3C56-6449-BB08-BD664ABCC64C}" dt="2022-07-08T22:08:28.313" v="157"/>
          <ac:spMkLst>
            <pc:docMk/>
            <pc:sldMk cId="2882640276" sldId="279"/>
            <ac:spMk id="36" creationId="{25767F3A-9883-21BF-158B-5ACAD1D916D5}"/>
          </ac:spMkLst>
        </pc:spChg>
        <pc:spChg chg="mod">
          <ac:chgData name="Zohaib Akmal" userId="a5535c28-4935-4eb3-85b0-e647efa264cb" providerId="ADAL" clId="{20C3BF02-3C56-6449-BB08-BD664ABCC64C}" dt="2022-07-08T22:08:28.313" v="157"/>
          <ac:spMkLst>
            <pc:docMk/>
            <pc:sldMk cId="2882640276" sldId="279"/>
            <ac:spMk id="37" creationId="{8FBF7CB6-5CBF-4FE2-83D7-2192AC1CD8A3}"/>
          </ac:spMkLst>
        </pc:spChg>
        <pc:spChg chg="mod">
          <ac:chgData name="Zohaib Akmal" userId="a5535c28-4935-4eb3-85b0-e647efa264cb" providerId="ADAL" clId="{20C3BF02-3C56-6449-BB08-BD664ABCC64C}" dt="2022-07-08T22:08:28.313" v="157"/>
          <ac:spMkLst>
            <pc:docMk/>
            <pc:sldMk cId="2882640276" sldId="279"/>
            <ac:spMk id="38" creationId="{AAC8B1B7-2993-A1DD-A626-FC8FD5740F6D}"/>
          </ac:spMkLst>
        </pc:spChg>
        <pc:spChg chg="mod">
          <ac:chgData name="Zohaib Akmal" userId="a5535c28-4935-4eb3-85b0-e647efa264cb" providerId="ADAL" clId="{20C3BF02-3C56-6449-BB08-BD664ABCC64C}" dt="2022-07-08T22:08:28.313" v="157"/>
          <ac:spMkLst>
            <pc:docMk/>
            <pc:sldMk cId="2882640276" sldId="279"/>
            <ac:spMk id="39" creationId="{970493BA-DBF9-893E-3C31-57C7EC1DE028}"/>
          </ac:spMkLst>
        </pc:spChg>
        <pc:spChg chg="mod">
          <ac:chgData name="Zohaib Akmal" userId="a5535c28-4935-4eb3-85b0-e647efa264cb" providerId="ADAL" clId="{20C3BF02-3C56-6449-BB08-BD664ABCC64C}" dt="2022-07-08T22:08:28.313" v="157"/>
          <ac:spMkLst>
            <pc:docMk/>
            <pc:sldMk cId="2882640276" sldId="279"/>
            <ac:spMk id="40" creationId="{529D8E12-9893-2C57-680A-0D64C6173235}"/>
          </ac:spMkLst>
        </pc:spChg>
        <pc:spChg chg="mod">
          <ac:chgData name="Zohaib Akmal" userId="a5535c28-4935-4eb3-85b0-e647efa264cb" providerId="ADAL" clId="{20C3BF02-3C56-6449-BB08-BD664ABCC64C}" dt="2022-07-08T22:09:40.658" v="161" actId="207"/>
          <ac:spMkLst>
            <pc:docMk/>
            <pc:sldMk cId="2882640276" sldId="279"/>
            <ac:spMk id="41" creationId="{9043256F-D714-EAA1-3637-E5CC8FB1E163}"/>
          </ac:spMkLst>
        </pc:spChg>
        <pc:spChg chg="mod">
          <ac:chgData name="Zohaib Akmal" userId="a5535c28-4935-4eb3-85b0-e647efa264cb" providerId="ADAL" clId="{20C3BF02-3C56-6449-BB08-BD664ABCC64C}" dt="2022-07-08T22:08:28.313" v="157"/>
          <ac:spMkLst>
            <pc:docMk/>
            <pc:sldMk cId="2882640276" sldId="279"/>
            <ac:spMk id="42" creationId="{4E97664F-8541-1B87-B923-9D617050172C}"/>
          </ac:spMkLst>
        </pc:spChg>
        <pc:spChg chg="mod">
          <ac:chgData name="Zohaib Akmal" userId="a5535c28-4935-4eb3-85b0-e647efa264cb" providerId="ADAL" clId="{20C3BF02-3C56-6449-BB08-BD664ABCC64C}" dt="2022-07-08T22:09:59.565" v="165" actId="207"/>
          <ac:spMkLst>
            <pc:docMk/>
            <pc:sldMk cId="2882640276" sldId="279"/>
            <ac:spMk id="43" creationId="{5EB847FB-7B2F-3F33-E12A-40E2E4E02ABC}"/>
          </ac:spMkLst>
        </pc:spChg>
        <pc:spChg chg="mod">
          <ac:chgData name="Zohaib Akmal" userId="a5535c28-4935-4eb3-85b0-e647efa264cb" providerId="ADAL" clId="{20C3BF02-3C56-6449-BB08-BD664ABCC64C}" dt="2022-07-08T22:08:28.313" v="157"/>
          <ac:spMkLst>
            <pc:docMk/>
            <pc:sldMk cId="2882640276" sldId="279"/>
            <ac:spMk id="44" creationId="{35E62BF1-4C39-2F3A-E27D-C86BA7A8666A}"/>
          </ac:spMkLst>
        </pc:spChg>
        <pc:spChg chg="add mod">
          <ac:chgData name="Zohaib Akmal" userId="a5535c28-4935-4eb3-85b0-e647efa264cb" providerId="ADAL" clId="{20C3BF02-3C56-6449-BB08-BD664ABCC64C}" dt="2022-07-08T22:07:21.172" v="83" actId="1076"/>
          <ac:spMkLst>
            <pc:docMk/>
            <pc:sldMk cId="2882640276" sldId="279"/>
            <ac:spMk id="46" creationId="{FE28E44B-4172-9952-4B8D-EECEA98AD424}"/>
          </ac:spMkLst>
        </pc:spChg>
        <pc:spChg chg="mod">
          <ac:chgData name="Zohaib Akmal" userId="a5535c28-4935-4eb3-85b0-e647efa264cb" providerId="ADAL" clId="{20C3BF02-3C56-6449-BB08-BD664ABCC64C}" dt="2022-07-08T22:08:28.313" v="157"/>
          <ac:spMkLst>
            <pc:docMk/>
            <pc:sldMk cId="2882640276" sldId="279"/>
            <ac:spMk id="88" creationId="{6FECB98D-35ED-C6D4-84C4-B7D8308E3AD4}"/>
          </ac:spMkLst>
        </pc:spChg>
        <pc:spChg chg="mod">
          <ac:chgData name="Zohaib Akmal" userId="a5535c28-4935-4eb3-85b0-e647efa264cb" providerId="ADAL" clId="{20C3BF02-3C56-6449-BB08-BD664ABCC64C}" dt="2022-07-08T22:08:28.313" v="157"/>
          <ac:spMkLst>
            <pc:docMk/>
            <pc:sldMk cId="2882640276" sldId="279"/>
            <ac:spMk id="89" creationId="{B40EAFB0-DEA6-E1E1-D43B-EDC605239BFC}"/>
          </ac:spMkLst>
        </pc:spChg>
        <pc:spChg chg="mod">
          <ac:chgData name="Zohaib Akmal" userId="a5535c28-4935-4eb3-85b0-e647efa264cb" providerId="ADAL" clId="{20C3BF02-3C56-6449-BB08-BD664ABCC64C}" dt="2022-07-08T22:08:42.487" v="160" actId="20577"/>
          <ac:spMkLst>
            <pc:docMk/>
            <pc:sldMk cId="2882640276" sldId="279"/>
            <ac:spMk id="93" creationId="{4E8030A4-9C1D-29EA-7FC4-1B8E221C9106}"/>
          </ac:spMkLst>
        </pc:spChg>
        <pc:spChg chg="mod">
          <ac:chgData name="Zohaib Akmal" userId="a5535c28-4935-4eb3-85b0-e647efa264cb" providerId="ADAL" clId="{20C3BF02-3C56-6449-BB08-BD664ABCC64C}" dt="2022-07-08T22:08:37.450" v="159" actId="20577"/>
          <ac:spMkLst>
            <pc:docMk/>
            <pc:sldMk cId="2882640276" sldId="279"/>
            <ac:spMk id="94" creationId="{591709C5-3C99-3F42-7F51-0940B2A756E2}"/>
          </ac:spMkLst>
        </pc:spChg>
        <pc:spChg chg="mod">
          <ac:chgData name="Zohaib Akmal" userId="a5535c28-4935-4eb3-85b0-e647efa264cb" providerId="ADAL" clId="{20C3BF02-3C56-6449-BB08-BD664ABCC64C}" dt="2022-07-08T22:08:32.723" v="158" actId="20577"/>
          <ac:spMkLst>
            <pc:docMk/>
            <pc:sldMk cId="2882640276" sldId="279"/>
            <ac:spMk id="95" creationId="{F4E70D79-479F-993C-4847-D299C8E10AD0}"/>
          </ac:spMkLst>
        </pc:spChg>
        <pc:spChg chg="mod">
          <ac:chgData name="Zohaib Akmal" userId="a5535c28-4935-4eb3-85b0-e647efa264cb" providerId="ADAL" clId="{20C3BF02-3C56-6449-BB08-BD664ABCC64C}" dt="2022-07-08T22:08:28.313" v="157"/>
          <ac:spMkLst>
            <pc:docMk/>
            <pc:sldMk cId="2882640276" sldId="279"/>
            <ac:spMk id="96" creationId="{B73A9066-3C40-4B76-5540-ACF3D5111FD5}"/>
          </ac:spMkLst>
        </pc:spChg>
        <pc:spChg chg="add del mod">
          <ac:chgData name="Zohaib Akmal" userId="a5535c28-4935-4eb3-85b0-e647efa264cb" providerId="ADAL" clId="{20C3BF02-3C56-6449-BB08-BD664ABCC64C}" dt="2022-07-08T22:05:53.121" v="61" actId="478"/>
          <ac:spMkLst>
            <pc:docMk/>
            <pc:sldMk cId="2882640276" sldId="279"/>
            <ac:spMk id="97" creationId="{FD8B093A-43F5-A796-54AB-5DA8BD672FF1}"/>
          </ac:spMkLst>
        </pc:spChg>
        <pc:grpChg chg="mod">
          <ac:chgData name="Zohaib Akmal" userId="a5535c28-4935-4eb3-85b0-e647efa264cb" providerId="ADAL" clId="{20C3BF02-3C56-6449-BB08-BD664ABCC64C}" dt="2022-07-08T22:08:28.313" v="157"/>
          <ac:grpSpMkLst>
            <pc:docMk/>
            <pc:sldMk cId="2882640276" sldId="279"/>
            <ac:grpSpMk id="8" creationId="{F2AC15FC-82BE-276C-97B3-1CA497F5ED98}"/>
          </ac:grpSpMkLst>
        </pc:grpChg>
        <pc:grpChg chg="mod">
          <ac:chgData name="Zohaib Akmal" userId="a5535c28-4935-4eb3-85b0-e647efa264cb" providerId="ADAL" clId="{20C3BF02-3C56-6449-BB08-BD664ABCC64C}" dt="2022-07-08T22:08:28.313" v="157"/>
          <ac:grpSpMkLst>
            <pc:docMk/>
            <pc:sldMk cId="2882640276" sldId="279"/>
            <ac:grpSpMk id="9" creationId="{785C5ECA-1DF4-D7C3-92FC-F1426FCC7AED}"/>
          </ac:grpSpMkLst>
        </pc:grpChg>
        <pc:grpChg chg="mod">
          <ac:chgData name="Zohaib Akmal" userId="a5535c28-4935-4eb3-85b0-e647efa264cb" providerId="ADAL" clId="{20C3BF02-3C56-6449-BB08-BD664ABCC64C}" dt="2022-07-08T22:08:28.313" v="157"/>
          <ac:grpSpMkLst>
            <pc:docMk/>
            <pc:sldMk cId="2882640276" sldId="279"/>
            <ac:grpSpMk id="10" creationId="{010C7D44-5340-720E-AA44-CCF45E4DD434}"/>
          </ac:grpSpMkLst>
        </pc:grpChg>
        <pc:grpChg chg="mod">
          <ac:chgData name="Zohaib Akmal" userId="a5535c28-4935-4eb3-85b0-e647efa264cb" providerId="ADAL" clId="{20C3BF02-3C56-6449-BB08-BD664ABCC64C}" dt="2022-07-08T22:08:28.313" v="157"/>
          <ac:grpSpMkLst>
            <pc:docMk/>
            <pc:sldMk cId="2882640276" sldId="279"/>
            <ac:grpSpMk id="11" creationId="{15752391-3C5F-6B85-FFB7-7207677EE5A4}"/>
          </ac:grpSpMkLst>
        </pc:grpChg>
        <pc:grpChg chg="mod">
          <ac:chgData name="Zohaib Akmal" userId="a5535c28-4935-4eb3-85b0-e647efa264cb" providerId="ADAL" clId="{20C3BF02-3C56-6449-BB08-BD664ABCC64C}" dt="2022-07-08T22:08:28.313" v="157"/>
          <ac:grpSpMkLst>
            <pc:docMk/>
            <pc:sldMk cId="2882640276" sldId="279"/>
            <ac:grpSpMk id="12" creationId="{D4AE4462-BDD9-9E4A-45D4-2234198F91F0}"/>
          </ac:grpSpMkLst>
        </pc:grpChg>
        <pc:grpChg chg="add del mod">
          <ac:chgData name="Zohaib Akmal" userId="a5535c28-4935-4eb3-85b0-e647efa264cb" providerId="ADAL" clId="{20C3BF02-3C56-6449-BB08-BD664ABCC64C}" dt="2022-07-08T22:05:57.815" v="62" actId="478"/>
          <ac:grpSpMkLst>
            <pc:docMk/>
            <pc:sldMk cId="2882640276" sldId="279"/>
            <ac:grpSpMk id="14" creationId="{1EC61FDE-6F63-CCED-7363-91D0641998E5}"/>
          </ac:grpSpMkLst>
        </pc:grpChg>
        <pc:grpChg chg="mod">
          <ac:chgData name="Zohaib Akmal" userId="a5535c28-4935-4eb3-85b0-e647efa264cb" providerId="ADAL" clId="{20C3BF02-3C56-6449-BB08-BD664ABCC64C}" dt="2022-07-08T22:08:28.313" v="157"/>
          <ac:grpSpMkLst>
            <pc:docMk/>
            <pc:sldMk cId="2882640276" sldId="279"/>
            <ac:grpSpMk id="98" creationId="{37C7653F-E056-8070-02C0-FA6BE71D242D}"/>
          </ac:grpSpMkLst>
        </pc:grpChg>
        <pc:cxnChg chg="mod">
          <ac:chgData name="Zohaib Akmal" userId="a5535c28-4935-4eb3-85b0-e647efa264cb" providerId="ADAL" clId="{20C3BF02-3C56-6449-BB08-BD664ABCC64C}" dt="2022-07-08T22:08:28.313" v="157"/>
          <ac:cxnSpMkLst>
            <pc:docMk/>
            <pc:sldMk cId="2882640276" sldId="279"/>
            <ac:cxnSpMk id="15" creationId="{FEE52779-7E66-D615-EB7F-1DEE64A4E13A}"/>
          </ac:cxnSpMkLst>
        </pc:cxnChg>
        <pc:cxnChg chg="del mod">
          <ac:chgData name="Zohaib Akmal" userId="a5535c28-4935-4eb3-85b0-e647efa264cb" providerId="ADAL" clId="{20C3BF02-3C56-6449-BB08-BD664ABCC64C}" dt="2022-07-08T22:06:01.524" v="63" actId="478"/>
          <ac:cxnSpMkLst>
            <pc:docMk/>
            <pc:sldMk cId="2882640276" sldId="279"/>
            <ac:cxnSpMk id="18" creationId="{1836A1D5-EA0B-5F57-B90D-ED954F8C2CE6}"/>
          </ac:cxnSpMkLst>
        </pc:cxnChg>
        <pc:cxnChg chg="mod">
          <ac:chgData name="Zohaib Akmal" userId="a5535c28-4935-4eb3-85b0-e647efa264cb" providerId="ADAL" clId="{20C3BF02-3C56-6449-BB08-BD664ABCC64C}" dt="2022-07-08T22:09:55.345" v="164" actId="208"/>
          <ac:cxnSpMkLst>
            <pc:docMk/>
            <pc:sldMk cId="2882640276" sldId="279"/>
            <ac:cxnSpMk id="19" creationId="{969AC2E1-9620-3668-86C7-3FD2A035C79C}"/>
          </ac:cxnSpMkLst>
        </pc:cxnChg>
        <pc:cxnChg chg="mod">
          <ac:chgData name="Zohaib Akmal" userId="a5535c28-4935-4eb3-85b0-e647efa264cb" providerId="ADAL" clId="{20C3BF02-3C56-6449-BB08-BD664ABCC64C}" dt="2022-07-08T22:08:28.313" v="157"/>
          <ac:cxnSpMkLst>
            <pc:docMk/>
            <pc:sldMk cId="2882640276" sldId="279"/>
            <ac:cxnSpMk id="55" creationId="{C97128BF-D925-0E22-89E2-629C2DC69778}"/>
          </ac:cxnSpMkLst>
        </pc:cxnChg>
        <pc:cxnChg chg="mod">
          <ac:chgData name="Zohaib Akmal" userId="a5535c28-4935-4eb3-85b0-e647efa264cb" providerId="ADAL" clId="{20C3BF02-3C56-6449-BB08-BD664ABCC64C}" dt="2022-07-08T22:10:05.198" v="167" actId="208"/>
          <ac:cxnSpMkLst>
            <pc:docMk/>
            <pc:sldMk cId="2882640276" sldId="279"/>
            <ac:cxnSpMk id="86" creationId="{6693596D-4824-AA1A-93EA-A9067DB7E00C}"/>
          </ac:cxnSpMkLst>
        </pc:cxnChg>
        <pc:cxnChg chg="mod">
          <ac:chgData name="Zohaib Akmal" userId="a5535c28-4935-4eb3-85b0-e647efa264cb" providerId="ADAL" clId="{20C3BF02-3C56-6449-BB08-BD664ABCC64C}" dt="2022-07-08T22:08:28.313" v="157"/>
          <ac:cxnSpMkLst>
            <pc:docMk/>
            <pc:sldMk cId="2882640276" sldId="279"/>
            <ac:cxnSpMk id="87" creationId="{F0CF17EB-FFBC-C6D3-BF51-B876BA598C12}"/>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EDB8EF-7EF2-44EE-8AC5-AAEE7BE4CD3F}" type="datetimeFigureOut">
              <a:rPr lang="en-PK" smtClean="0"/>
              <a:t>2/17/26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8574C6-5A12-4222-A95B-88F7917DDD74}" type="slidenum">
              <a:rPr lang="en-PK" smtClean="0"/>
              <a:t>‹#›</a:t>
            </a:fld>
            <a:endParaRPr lang="en-PK"/>
          </a:p>
        </p:txBody>
      </p:sp>
    </p:spTree>
    <p:extLst>
      <p:ext uri="{BB962C8B-B14F-4D97-AF65-F5344CB8AC3E}">
        <p14:creationId xmlns:p14="http://schemas.microsoft.com/office/powerpoint/2010/main" val="4074421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bae81572c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bae81572c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0a2e6b7f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0a2e6b7f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58574C6-5A12-4222-A95B-88F7917DDD74}" type="slidenum">
              <a:rPr lang="en-PK" smtClean="0"/>
              <a:t>5</a:t>
            </a:fld>
            <a:endParaRPr lang="en-PK"/>
          </a:p>
        </p:txBody>
      </p:sp>
    </p:spTree>
    <p:extLst>
      <p:ext uri="{BB962C8B-B14F-4D97-AF65-F5344CB8AC3E}">
        <p14:creationId xmlns:p14="http://schemas.microsoft.com/office/powerpoint/2010/main" val="403529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b306f4c8a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b306f4c8a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17/02/2026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17/02/2026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17/02/2026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17/02/2026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17/02/2026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17/02/2026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95797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909464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199442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75665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SzPts val="1200"/>
              <a:buChar char="●"/>
              <a:defRPr sz="1600"/>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368024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926060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577469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389777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724731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17/02/2026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775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17/02/2026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6982908"/>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4.jpe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5.xml"/><Relationship Id="rId5" Type="http://schemas.openxmlformats.org/officeDocument/2006/relationships/hyperlink" Target="https://www.figma.com/file/A4bylbdLqOihYKbEb1KBwf/Vehicle-Bidding-Seller?node-id=0%3A1" TargetMode="External"/><Relationship Id="rId4" Type="http://schemas.openxmlformats.org/officeDocument/2006/relationships/hyperlink" Target="https://www.figma.com/file/eZ7R9OwuUklZjljEYQk0r9/Vehicle-Bidding-Mine-Updated?node-id=0%3A1"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40079" y="1954082"/>
            <a:ext cx="7431865" cy="2300380"/>
          </a:xfrm>
        </p:spPr>
        <p:txBody>
          <a:bodyPr>
            <a:normAutofit/>
          </a:bodyPr>
          <a:lstStyle/>
          <a:p>
            <a:pPr algn="l"/>
            <a:r>
              <a:rPr lang="en-GB" sz="3600" b="1" dirty="0">
                <a:latin typeface="Neue Haas Grotesk Text Pro"/>
                <a:cs typeface="Calibri Light"/>
              </a:rPr>
              <a:t>Technical &amp; Financial Proposal for Automotive Dealership Marketing and Selling Application</a:t>
            </a:r>
            <a:endParaRPr lang="en-GB" sz="4800" dirty="0">
              <a:latin typeface="Neue Haas Grotesk Text Pro"/>
            </a:endParaRPr>
          </a:p>
        </p:txBody>
      </p:sp>
      <p:pic>
        <p:nvPicPr>
          <p:cNvPr id="4" name="Picture 4" descr="Icon&#10;&#10;Description automatically generated">
            <a:extLst>
              <a:ext uri="{FF2B5EF4-FFF2-40B4-BE49-F238E27FC236}">
                <a16:creationId xmlns:a16="http://schemas.microsoft.com/office/drawing/2014/main" id="{3583ECA9-0310-4837-AD7E-F68D633F00EA}"/>
              </a:ext>
            </a:extLst>
          </p:cNvPr>
          <p:cNvPicPr>
            <a:picLocks noChangeAspect="1"/>
          </p:cNvPicPr>
          <p:nvPr/>
        </p:nvPicPr>
        <p:blipFill>
          <a:blip r:embed="rId2"/>
          <a:stretch>
            <a:fillRect/>
          </a:stretch>
        </p:blipFill>
        <p:spPr>
          <a:xfrm>
            <a:off x="8944303" y="892202"/>
            <a:ext cx="2924609" cy="3459414"/>
          </a:xfrm>
          <a:prstGeom prst="rect">
            <a:avLst/>
          </a:prstGeom>
        </p:spPr>
      </p:pic>
      <p:sp>
        <p:nvSpPr>
          <p:cNvPr id="3" name="TextBox 2">
            <a:extLst>
              <a:ext uri="{FF2B5EF4-FFF2-40B4-BE49-F238E27FC236}">
                <a16:creationId xmlns:a16="http://schemas.microsoft.com/office/drawing/2014/main" id="{163DB2C3-2110-C056-83A6-6E90E45FF187}"/>
              </a:ext>
            </a:extLst>
          </p:cNvPr>
          <p:cNvSpPr txBox="1"/>
          <p:nvPr/>
        </p:nvSpPr>
        <p:spPr>
          <a:xfrm>
            <a:off x="714562" y="4675465"/>
            <a:ext cx="5150069" cy="369332"/>
          </a:xfrm>
          <a:prstGeom prst="rect">
            <a:avLst/>
          </a:prstGeom>
          <a:noFill/>
        </p:spPr>
        <p:txBody>
          <a:bodyPr wrap="square" lIns="91440" tIns="45720" rIns="91440" bIns="45720" rtlCol="0" anchor="t">
            <a:spAutoFit/>
          </a:bodyPr>
          <a:lstStyle/>
          <a:p>
            <a:r>
              <a:rPr lang="en-US" dirty="0">
                <a:latin typeface="Neue Haas Grotesk Text Pro"/>
              </a:rPr>
              <a:t>16 June 2022</a:t>
            </a:r>
            <a:endParaRPr lang="en-US">
              <a:latin typeface="Neue Haas Grotesk Text Pro"/>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8"/>
        <p:cNvGrpSpPr/>
        <p:nvPr/>
      </p:nvGrpSpPr>
      <p:grpSpPr>
        <a:xfrm>
          <a:off x="0" y="0"/>
          <a:ext cx="0" cy="0"/>
          <a:chOff x="0" y="0"/>
          <a:chExt cx="0" cy="0"/>
        </a:xfrm>
      </p:grpSpPr>
      <p:sp>
        <p:nvSpPr>
          <p:cNvPr id="59" name="Google Shape;59;p14"/>
          <p:cNvSpPr txBox="1"/>
          <p:nvPr/>
        </p:nvSpPr>
        <p:spPr>
          <a:xfrm>
            <a:off x="642400" y="1617167"/>
            <a:ext cx="4702800" cy="82063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3700" kern="0" dirty="0">
                <a:solidFill>
                  <a:srgbClr val="FFFFFF"/>
                </a:solidFill>
                <a:latin typeface="Nunito Black"/>
                <a:ea typeface="Nunito ExtraBold"/>
                <a:cs typeface="Nunito ExtraBold"/>
                <a:sym typeface="Nunito ExtraBold"/>
              </a:rPr>
              <a:t>Who we are</a:t>
            </a:r>
            <a:endParaRPr lang="en-US" sz="3700" kern="0" dirty="0">
              <a:solidFill>
                <a:srgbClr val="FFFFFF"/>
              </a:solidFill>
              <a:latin typeface="Nunito Black"/>
              <a:ea typeface="Nunito ExtraBold"/>
              <a:cs typeface="Nunito ExtraBold"/>
            </a:endParaRPr>
          </a:p>
        </p:txBody>
      </p:sp>
      <p:sp>
        <p:nvSpPr>
          <p:cNvPr id="60" name="Google Shape;60;p14"/>
          <p:cNvSpPr txBox="1"/>
          <p:nvPr/>
        </p:nvSpPr>
        <p:spPr>
          <a:xfrm>
            <a:off x="7414600" y="2690201"/>
            <a:ext cx="4252400" cy="1554231"/>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1700" kern="0" dirty="0">
                <a:solidFill>
                  <a:srgbClr val="000000"/>
                </a:solidFill>
                <a:latin typeface="Nunito"/>
                <a:ea typeface="Nunito Light"/>
                <a:cs typeface="Nunito Light"/>
                <a:sym typeface="Nunito Light"/>
              </a:rPr>
              <a:t>Our mission is to </a:t>
            </a:r>
            <a:r>
              <a:rPr lang="en" sz="1700" kern="0" dirty="0">
                <a:solidFill>
                  <a:srgbClr val="000000"/>
                </a:solidFill>
                <a:latin typeface="Nunito"/>
                <a:ea typeface="Nunito"/>
                <a:cs typeface="Nunito"/>
                <a:sym typeface="Nunito"/>
              </a:rPr>
              <a:t>empower</a:t>
            </a:r>
            <a:r>
              <a:rPr lang="en" sz="1700" kern="0" dirty="0">
                <a:solidFill>
                  <a:srgbClr val="000000"/>
                </a:solidFill>
                <a:latin typeface="Nunito"/>
                <a:ea typeface="Nunito Light"/>
                <a:cs typeface="Nunito Light"/>
                <a:sym typeface="Nunito Light"/>
              </a:rPr>
              <a:t> innovators to solve problems by allowing them to focus on </a:t>
            </a:r>
            <a:r>
              <a:rPr lang="en" sz="1700" kern="0" dirty="0">
                <a:solidFill>
                  <a:srgbClr val="000000"/>
                </a:solidFill>
                <a:latin typeface="Nunito"/>
                <a:ea typeface="Nunito"/>
                <a:cs typeface="Nunito"/>
                <a:sym typeface="Nunito"/>
              </a:rPr>
              <a:t>business development</a:t>
            </a:r>
            <a:r>
              <a:rPr lang="en" sz="1700" kern="0" dirty="0">
                <a:solidFill>
                  <a:srgbClr val="000000"/>
                </a:solidFill>
                <a:latin typeface="Nunito"/>
                <a:ea typeface="Nunito Light"/>
                <a:cs typeface="Nunito Light"/>
                <a:sym typeface="Nunito Light"/>
              </a:rPr>
              <a:t> and </a:t>
            </a:r>
            <a:r>
              <a:rPr lang="en" sz="1700" kern="0" dirty="0">
                <a:solidFill>
                  <a:srgbClr val="000000"/>
                </a:solidFill>
                <a:latin typeface="Nunito"/>
                <a:ea typeface="Nunito"/>
                <a:cs typeface="Nunito"/>
                <a:sym typeface="Nunito"/>
              </a:rPr>
              <a:t>growth</a:t>
            </a:r>
            <a:r>
              <a:rPr lang="en" sz="1700" kern="0" dirty="0">
                <a:solidFill>
                  <a:srgbClr val="000000"/>
                </a:solidFill>
                <a:latin typeface="Nunito"/>
                <a:ea typeface="Nunito Light"/>
                <a:cs typeface="Nunito Light"/>
                <a:sym typeface="Nunito Light"/>
              </a:rPr>
              <a:t> while </a:t>
            </a:r>
            <a:r>
              <a:rPr lang="en" sz="1700" kern="0" dirty="0" err="1">
                <a:solidFill>
                  <a:srgbClr val="000000"/>
                </a:solidFill>
                <a:latin typeface="Nunito"/>
                <a:ea typeface="Nunito Light"/>
                <a:cs typeface="Nunito Light"/>
                <a:sym typeface="Nunito Light"/>
              </a:rPr>
              <a:t>Tekrowe</a:t>
            </a:r>
            <a:r>
              <a:rPr lang="en" sz="1700" kern="0" dirty="0">
                <a:solidFill>
                  <a:srgbClr val="000000"/>
                </a:solidFill>
                <a:latin typeface="Nunito"/>
                <a:ea typeface="Nunito Light"/>
                <a:cs typeface="Nunito Light"/>
                <a:sym typeface="Nunito Light"/>
              </a:rPr>
              <a:t> manages the technology and product side of things. </a:t>
            </a:r>
            <a:endParaRPr lang="en-US" sz="1700" kern="0">
              <a:solidFill>
                <a:srgbClr val="000000"/>
              </a:solidFill>
              <a:latin typeface="Nunito"/>
              <a:ea typeface="Nunito Light"/>
              <a:cs typeface="Nunito Light"/>
            </a:endParaRPr>
          </a:p>
        </p:txBody>
      </p:sp>
      <p:sp>
        <p:nvSpPr>
          <p:cNvPr id="61" name="Google Shape;61;p14"/>
          <p:cNvSpPr txBox="1"/>
          <p:nvPr/>
        </p:nvSpPr>
        <p:spPr>
          <a:xfrm>
            <a:off x="642400" y="2690200"/>
            <a:ext cx="3930576" cy="2077451"/>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1700" kern="0" dirty="0">
                <a:solidFill>
                  <a:srgbClr val="FFFFFF"/>
                </a:solidFill>
                <a:latin typeface="Nunito"/>
                <a:ea typeface="Nunito Light"/>
                <a:cs typeface="Nunito Light"/>
                <a:sym typeface="Nunito Light"/>
              </a:rPr>
              <a:t>Tekrowe is technology company founded in August 2020, specializing in all life cycles of </a:t>
            </a:r>
            <a:r>
              <a:rPr lang="en" sz="1700" kern="0" dirty="0">
                <a:solidFill>
                  <a:srgbClr val="FFFFFF"/>
                </a:solidFill>
                <a:latin typeface="Nunito"/>
                <a:ea typeface="Nunito"/>
                <a:cs typeface="Nunito"/>
                <a:sym typeface="Nunito"/>
              </a:rPr>
              <a:t>technology and product development</a:t>
            </a:r>
            <a:r>
              <a:rPr lang="en" sz="1700" kern="0" dirty="0">
                <a:solidFill>
                  <a:srgbClr val="FFFFFF"/>
                </a:solidFill>
                <a:latin typeface="Nunito"/>
                <a:ea typeface="Nunito Light"/>
                <a:cs typeface="Nunito Light"/>
                <a:sym typeface="Nunito Light"/>
              </a:rPr>
              <a:t>. Our founding team has a combined experience of over 50 years in building </a:t>
            </a:r>
            <a:r>
              <a:rPr lang="en" sz="1700" kern="0" dirty="0">
                <a:solidFill>
                  <a:srgbClr val="FFFFFF"/>
                </a:solidFill>
                <a:latin typeface="Nunito"/>
                <a:ea typeface="Nunito"/>
                <a:cs typeface="Nunito"/>
                <a:sym typeface="Nunito"/>
              </a:rPr>
              <a:t>high quality</a:t>
            </a:r>
            <a:r>
              <a:rPr lang="en" sz="1700" kern="0" dirty="0">
                <a:solidFill>
                  <a:srgbClr val="FFFFFF"/>
                </a:solidFill>
                <a:latin typeface="Nunito"/>
                <a:ea typeface="Nunito Light"/>
                <a:cs typeface="Nunito Light"/>
                <a:sym typeface="Nunito Light"/>
              </a:rPr>
              <a:t>, </a:t>
            </a:r>
            <a:r>
              <a:rPr lang="en" sz="1700" kern="0" dirty="0">
                <a:solidFill>
                  <a:srgbClr val="FFFFFF"/>
                </a:solidFill>
                <a:latin typeface="Nunito"/>
                <a:ea typeface="Nunito"/>
                <a:cs typeface="Nunito"/>
                <a:sym typeface="Nunito"/>
              </a:rPr>
              <a:t>robust </a:t>
            </a:r>
            <a:r>
              <a:rPr lang="en" sz="1700" kern="0" dirty="0">
                <a:solidFill>
                  <a:srgbClr val="FFFFFF"/>
                </a:solidFill>
                <a:latin typeface="Nunito"/>
                <a:ea typeface="Nunito Light"/>
                <a:cs typeface="Nunito Light"/>
                <a:sym typeface="Nunito Light"/>
              </a:rPr>
              <a:t>and </a:t>
            </a:r>
            <a:r>
              <a:rPr lang="en" sz="1700" kern="0" dirty="0">
                <a:solidFill>
                  <a:srgbClr val="FFFFFF"/>
                </a:solidFill>
                <a:latin typeface="Nunito"/>
                <a:ea typeface="Nunito"/>
                <a:cs typeface="Nunito"/>
                <a:sym typeface="Nunito"/>
              </a:rPr>
              <a:t>scalable products</a:t>
            </a:r>
            <a:r>
              <a:rPr lang="en" sz="1700" kern="0" dirty="0">
                <a:solidFill>
                  <a:srgbClr val="FFFFFF"/>
                </a:solidFill>
                <a:latin typeface="Nunito"/>
                <a:ea typeface="Nunito Light"/>
                <a:cs typeface="Nunito Light"/>
                <a:sym typeface="Nunito Light"/>
              </a:rPr>
              <a:t>.</a:t>
            </a:r>
            <a:endParaRPr lang="en-US" sz="1700" kern="0" dirty="0">
              <a:solidFill>
                <a:srgbClr val="FFFFFF"/>
              </a:solidFill>
              <a:latin typeface="Nunito"/>
              <a:ea typeface="Nunito Light"/>
              <a:cs typeface="Nunito Light"/>
            </a:endParaRPr>
          </a:p>
        </p:txBody>
      </p:sp>
      <p:sp>
        <p:nvSpPr>
          <p:cNvPr id="62" name="Google Shape;62;p14"/>
          <p:cNvSpPr txBox="1"/>
          <p:nvPr/>
        </p:nvSpPr>
        <p:spPr>
          <a:xfrm>
            <a:off x="7414600" y="1617167"/>
            <a:ext cx="4702800" cy="82063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3700" b="1" kern="0" dirty="0">
                <a:solidFill>
                  <a:srgbClr val="000000"/>
                </a:solidFill>
                <a:latin typeface="Nunito Black"/>
                <a:ea typeface="Nunito ExtraBold"/>
                <a:cs typeface="Nunito ExtraBold"/>
                <a:sym typeface="Nunito ExtraBold"/>
              </a:rPr>
              <a:t>Our Mission</a:t>
            </a:r>
            <a:endParaRPr lang="en-US" sz="3700" b="1" kern="0">
              <a:solidFill>
                <a:srgbClr val="000000"/>
              </a:solidFill>
              <a:latin typeface="Nunito Black"/>
              <a:ea typeface="Nunito ExtraBold"/>
              <a:cs typeface="Nunito ExtraBold"/>
            </a:endParaRPr>
          </a:p>
        </p:txBody>
      </p:sp>
      <p:pic>
        <p:nvPicPr>
          <p:cNvPr id="6" name="Picture 5" descr="Icon&#10;&#10;Description automatically generated">
            <a:extLst>
              <a:ext uri="{FF2B5EF4-FFF2-40B4-BE49-F238E27FC236}">
                <a16:creationId xmlns:a16="http://schemas.microsoft.com/office/drawing/2014/main" id="{35000E17-F8C6-4967-A180-6AA6034AC4C1}"/>
              </a:ext>
            </a:extLst>
          </p:cNvPr>
          <p:cNvPicPr>
            <a:picLocks noChangeAspect="1"/>
          </p:cNvPicPr>
          <p:nvPr/>
        </p:nvPicPr>
        <p:blipFill>
          <a:blip r:embed="rId4"/>
          <a:stretch>
            <a:fillRect/>
          </a:stretch>
        </p:blipFill>
        <p:spPr>
          <a:xfrm>
            <a:off x="11080065" y="151079"/>
            <a:ext cx="736656" cy="8705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415600" y="288433"/>
            <a:ext cx="11360800" cy="763600"/>
          </a:xfrm>
          <a:prstGeom prst="rect">
            <a:avLst/>
          </a:prstGeom>
        </p:spPr>
        <p:txBody>
          <a:bodyPr spcFirstLastPara="1" wrap="square" lIns="121900" tIns="121900" rIns="121900" bIns="121900" anchor="t" anchorCtr="0">
            <a:noAutofit/>
          </a:bodyPr>
          <a:lstStyle/>
          <a:p>
            <a:r>
              <a:rPr lang="en" dirty="0">
                <a:latin typeface="Nunito ExtraBold"/>
                <a:ea typeface="Nunito ExtraBold"/>
                <a:cs typeface="Nunito ExtraBold"/>
                <a:sym typeface="Nunito ExtraBold"/>
              </a:rPr>
              <a:t>Leadership </a:t>
            </a:r>
            <a:r>
              <a:rPr lang="en" dirty="0">
                <a:solidFill>
                  <a:srgbClr val="F8482C"/>
                </a:solidFill>
                <a:latin typeface="Nunito ExtraBold"/>
                <a:ea typeface="Nunito ExtraBold"/>
                <a:cs typeface="Nunito ExtraBold"/>
                <a:sym typeface="Nunito ExtraBold"/>
              </a:rPr>
              <a:t>Team</a:t>
            </a:r>
            <a:endParaRPr lang="en-US" dirty="0">
              <a:solidFill>
                <a:srgbClr val="F8482C"/>
              </a:solidFill>
              <a:latin typeface="Nunito Black"/>
              <a:ea typeface="Nunito ExtraBold"/>
              <a:cs typeface="Nunito ExtraBold"/>
            </a:endParaRPr>
          </a:p>
        </p:txBody>
      </p:sp>
      <p:pic>
        <p:nvPicPr>
          <p:cNvPr id="69" name="Google Shape;69;p15"/>
          <p:cNvPicPr preferRelativeResize="0"/>
          <p:nvPr/>
        </p:nvPicPr>
        <p:blipFill>
          <a:blip r:embed="rId3">
            <a:alphaModFix/>
          </a:blip>
          <a:stretch>
            <a:fillRect/>
          </a:stretch>
        </p:blipFill>
        <p:spPr>
          <a:xfrm>
            <a:off x="522167" y="5327065"/>
            <a:ext cx="1395200" cy="144560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0" name="Google Shape;70;p15"/>
          <p:cNvPicPr preferRelativeResize="0"/>
          <p:nvPr/>
        </p:nvPicPr>
        <p:blipFill rotWithShape="1">
          <a:blip r:embed="rId4">
            <a:alphaModFix/>
          </a:blip>
          <a:srcRect l="15407" r="5215" b="28207"/>
          <a:stretch/>
        </p:blipFill>
        <p:spPr>
          <a:xfrm>
            <a:off x="442167" y="3429000"/>
            <a:ext cx="1502601" cy="14939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71" name="Google Shape;71;p15"/>
          <p:cNvSpPr txBox="1"/>
          <p:nvPr/>
        </p:nvSpPr>
        <p:spPr>
          <a:xfrm>
            <a:off x="2351067" y="1323833"/>
            <a:ext cx="6454000" cy="1555200"/>
          </a:xfrm>
          <a:prstGeom prst="rect">
            <a:avLst/>
          </a:prstGeom>
          <a:noFill/>
          <a:ln>
            <a:noFill/>
          </a:ln>
        </p:spPr>
        <p:txBody>
          <a:bodyPr spcFirstLastPara="1" wrap="square" lIns="121900" tIns="121900" rIns="121900" bIns="121900" anchor="t" anchorCtr="0">
            <a:noAutofit/>
          </a:bodyPr>
          <a:lstStyle/>
          <a:p>
            <a:pPr algn="just" defTabSz="1219170">
              <a:lnSpc>
                <a:spcPct val="115000"/>
              </a:lnSpc>
              <a:buClr>
                <a:srgbClr val="000000"/>
              </a:buClr>
            </a:pPr>
            <a:r>
              <a:rPr lang="en" dirty="0">
                <a:latin typeface="Nunito ExtraBold"/>
                <a:ea typeface="Nunito ExtraBold"/>
                <a:cs typeface="Nunito ExtraBold"/>
                <a:sym typeface="Nunito ExtraBold"/>
              </a:rPr>
              <a:t>Zohaib Akmal</a:t>
            </a:r>
            <a:endParaRPr lang="en" dirty="0">
              <a:solidFill>
                <a:srgbClr val="F8482C"/>
              </a:solidFill>
              <a:latin typeface="Nunito ExtraBold"/>
              <a:ea typeface="Nunito ExtraBold"/>
              <a:cs typeface="Nunito ExtraBold"/>
              <a:sym typeface="Nunito ExtraBold"/>
            </a:endParaRPr>
          </a:p>
          <a:p>
            <a:pPr algn="just" defTabSz="1219170">
              <a:lnSpc>
                <a:spcPct val="115000"/>
              </a:lnSpc>
              <a:buClr>
                <a:srgbClr val="000000"/>
              </a:buClr>
            </a:pPr>
            <a:r>
              <a:rPr lang="en" sz="1200" kern="0" dirty="0">
                <a:solidFill>
                  <a:srgbClr val="000000"/>
                </a:solidFill>
                <a:latin typeface="Nunito"/>
                <a:ea typeface="Nunito Light"/>
                <a:cs typeface="Nunito Light"/>
                <a:sym typeface="Nunito Light"/>
              </a:rPr>
              <a:t>Prior to starting </a:t>
            </a:r>
            <a:r>
              <a:rPr lang="en" sz="1200" kern="0" dirty="0" err="1">
                <a:solidFill>
                  <a:srgbClr val="000000"/>
                </a:solidFill>
                <a:latin typeface="Nunito"/>
                <a:ea typeface="Nunito Light"/>
                <a:cs typeface="Nunito Light"/>
                <a:sym typeface="Nunito Light"/>
              </a:rPr>
              <a:t>Tekrowe</a:t>
            </a:r>
            <a:r>
              <a:rPr lang="en" sz="1200" kern="0" dirty="0">
                <a:solidFill>
                  <a:srgbClr val="000000"/>
                </a:solidFill>
                <a:latin typeface="Nunito"/>
                <a:ea typeface="Nunito Light"/>
                <a:cs typeface="Nunito Light"/>
                <a:sym typeface="Nunito Light"/>
              </a:rPr>
              <a:t> Digital, Zohaib was the CTO and Co Founder of a funded  Telemedicine Startup </a:t>
            </a:r>
            <a:r>
              <a:rPr lang="en" sz="1200" kern="0" dirty="0" err="1">
                <a:solidFill>
                  <a:srgbClr val="000000"/>
                </a:solidFill>
                <a:latin typeface="Nunito"/>
                <a:ea typeface="Nunito Light"/>
                <a:cs typeface="Nunito Light"/>
                <a:sym typeface="Nunito Light"/>
              </a:rPr>
              <a:t>Speetar</a:t>
            </a:r>
            <a:r>
              <a:rPr lang="en" sz="1200" kern="0" dirty="0">
                <a:solidFill>
                  <a:srgbClr val="000000"/>
                </a:solidFill>
                <a:latin typeface="Nunito"/>
                <a:ea typeface="Nunito Light"/>
                <a:cs typeface="Nunito Light"/>
                <a:sym typeface="Nunito Light"/>
              </a:rPr>
              <a:t> that is currently operating in MENA region. Zohaib has over 10 years of experience working in software and product development for some of the largest companies in the US. Zohaib holds Masters Degree in Computer Science from Dartmouth College USA.</a:t>
            </a:r>
            <a:endParaRPr sz="1200" kern="0" dirty="0">
              <a:solidFill>
                <a:srgbClr val="000000"/>
              </a:solidFill>
              <a:latin typeface="Nunito"/>
              <a:ea typeface="Nunito Light"/>
              <a:cs typeface="Nunito Light"/>
            </a:endParaRPr>
          </a:p>
        </p:txBody>
      </p:sp>
      <p:sp>
        <p:nvSpPr>
          <p:cNvPr id="72" name="Google Shape;72;p15"/>
          <p:cNvSpPr txBox="1"/>
          <p:nvPr/>
        </p:nvSpPr>
        <p:spPr>
          <a:xfrm>
            <a:off x="2351067" y="3233300"/>
            <a:ext cx="6454000" cy="1689600"/>
          </a:xfrm>
          <a:prstGeom prst="rect">
            <a:avLst/>
          </a:prstGeom>
          <a:noFill/>
          <a:ln>
            <a:noFill/>
          </a:ln>
        </p:spPr>
        <p:txBody>
          <a:bodyPr spcFirstLastPara="1" wrap="square" lIns="121900" tIns="121900" rIns="121900" bIns="121900" anchor="t" anchorCtr="0">
            <a:noAutofit/>
          </a:bodyPr>
          <a:lstStyle/>
          <a:p>
            <a:pPr algn="just" defTabSz="1219170">
              <a:lnSpc>
                <a:spcPct val="115000"/>
              </a:lnSpc>
              <a:buClr>
                <a:srgbClr val="000000"/>
              </a:buClr>
            </a:pPr>
            <a:r>
              <a:rPr lang="en" dirty="0">
                <a:latin typeface="Nunito ExtraBold"/>
                <a:ea typeface="Nunito ExtraBold"/>
                <a:cs typeface="Nunito ExtraBold"/>
                <a:sym typeface="Nunito ExtraBold"/>
              </a:rPr>
              <a:t>Shoaib Akmal</a:t>
            </a:r>
            <a:endParaRPr lang="en" dirty="0">
              <a:solidFill>
                <a:srgbClr val="F8482C"/>
              </a:solidFill>
              <a:latin typeface="Nunito ExtraBold"/>
              <a:ea typeface="Nunito ExtraBold"/>
              <a:cs typeface="Nunito ExtraBold"/>
              <a:sym typeface="Nunito ExtraBold"/>
            </a:endParaRPr>
          </a:p>
          <a:p>
            <a:pPr algn="just" defTabSz="1219170">
              <a:lnSpc>
                <a:spcPct val="115000"/>
              </a:lnSpc>
              <a:buClr>
                <a:srgbClr val="000000"/>
              </a:buClr>
            </a:pPr>
            <a:r>
              <a:rPr lang="en" sz="1200" kern="0" dirty="0">
                <a:solidFill>
                  <a:srgbClr val="000000"/>
                </a:solidFill>
                <a:latin typeface="Nunito"/>
                <a:ea typeface="Nunito Light"/>
                <a:cs typeface="Nunito Light"/>
                <a:sym typeface="Nunito Light"/>
              </a:rPr>
              <a:t>Shoaib Akmal has </a:t>
            </a:r>
            <a:r>
              <a:rPr lang="en" sz="1100" kern="0" dirty="0">
                <a:solidFill>
                  <a:srgbClr val="000000"/>
                </a:solidFill>
                <a:latin typeface="Nunito"/>
                <a:ea typeface="Nunito Light"/>
                <a:cs typeface="Nunito Light"/>
                <a:sym typeface="Nunito Light"/>
              </a:rPr>
              <a:t>over</a:t>
            </a:r>
            <a:r>
              <a:rPr lang="en" sz="1200" kern="0" dirty="0">
                <a:solidFill>
                  <a:srgbClr val="000000"/>
                </a:solidFill>
                <a:latin typeface="Nunito"/>
                <a:ea typeface="Nunito Light"/>
                <a:cs typeface="Nunito Light"/>
                <a:sym typeface="Nunito Light"/>
              </a:rPr>
              <a:t> 20 years of experience leading Technical and Strategic projects and organization. Shoaib has spent over  16 years in the US  where he developed products and managed large teams for the biggest Telecommunication company in USA. Shoaib holds and MBA from University of Ca. Irvine and Masters Degree in Electrical Engineering  from Georgia Tech Atlanta Georgia in the US.</a:t>
            </a:r>
            <a:endParaRPr sz="1200" kern="0" dirty="0">
              <a:solidFill>
                <a:srgbClr val="000000"/>
              </a:solidFill>
              <a:latin typeface="Nunito"/>
              <a:ea typeface="Nunito Light"/>
              <a:cs typeface="Nunito Light"/>
            </a:endParaRPr>
          </a:p>
          <a:p>
            <a:pPr defTabSz="1219170">
              <a:lnSpc>
                <a:spcPct val="115000"/>
              </a:lnSpc>
              <a:buClr>
                <a:srgbClr val="000000"/>
              </a:buClr>
            </a:pPr>
            <a:endParaRPr sz="1200" b="1" kern="0" dirty="0">
              <a:solidFill>
                <a:srgbClr val="000000"/>
              </a:solidFill>
              <a:latin typeface="Nunito"/>
              <a:ea typeface="Nunito"/>
              <a:cs typeface="Nunito"/>
            </a:endParaRPr>
          </a:p>
        </p:txBody>
      </p:sp>
      <p:sp>
        <p:nvSpPr>
          <p:cNvPr id="73" name="Google Shape;73;p15"/>
          <p:cNvSpPr txBox="1"/>
          <p:nvPr/>
        </p:nvSpPr>
        <p:spPr>
          <a:xfrm>
            <a:off x="2324768" y="5075880"/>
            <a:ext cx="6454000" cy="1689600"/>
          </a:xfrm>
          <a:prstGeom prst="rect">
            <a:avLst/>
          </a:prstGeom>
          <a:noFill/>
          <a:ln>
            <a:noFill/>
          </a:ln>
        </p:spPr>
        <p:txBody>
          <a:bodyPr spcFirstLastPara="1" wrap="square" lIns="121900" tIns="121900" rIns="121900" bIns="121900" anchor="t" anchorCtr="0">
            <a:noAutofit/>
          </a:bodyPr>
          <a:lstStyle/>
          <a:p>
            <a:pPr algn="just" defTabSz="1219170">
              <a:lnSpc>
                <a:spcPct val="115000"/>
              </a:lnSpc>
              <a:buClr>
                <a:srgbClr val="000000"/>
              </a:buClr>
            </a:pPr>
            <a:r>
              <a:rPr lang="en" dirty="0">
                <a:latin typeface="Nunito ExtraBold"/>
                <a:ea typeface="Nunito ExtraBold"/>
                <a:cs typeface="Nunito ExtraBold"/>
                <a:sym typeface="Nunito ExtraBold"/>
              </a:rPr>
              <a:t>Asim Ajmal</a:t>
            </a:r>
            <a:endParaRPr lang="en" dirty="0">
              <a:solidFill>
                <a:srgbClr val="F8482C"/>
              </a:solidFill>
              <a:latin typeface="Nunito ExtraBold"/>
              <a:ea typeface="Nunito ExtraBold"/>
              <a:cs typeface="Nunito ExtraBold"/>
              <a:sym typeface="Nunito ExtraBold"/>
            </a:endParaRPr>
          </a:p>
          <a:p>
            <a:pPr algn="just" defTabSz="1219170">
              <a:lnSpc>
                <a:spcPct val="115000"/>
              </a:lnSpc>
              <a:buClr>
                <a:srgbClr val="000000"/>
              </a:buClr>
            </a:pPr>
            <a:r>
              <a:rPr lang="en" sz="1200" kern="0" dirty="0">
                <a:solidFill>
                  <a:srgbClr val="000000"/>
                </a:solidFill>
                <a:latin typeface="Nunito"/>
                <a:ea typeface="Nunito Light"/>
                <a:cs typeface="Nunito Light"/>
                <a:sym typeface="Nunito Light"/>
              </a:rPr>
              <a:t>Asim Ajmal has over 22 years of experience of Product Development &amp; Consulting, Programs and Delivery  Management, in the areas of </a:t>
            </a:r>
            <a:r>
              <a:rPr lang="en-US" sz="1200" kern="0" dirty="0">
                <a:solidFill>
                  <a:srgbClr val="000000"/>
                </a:solidFill>
                <a:latin typeface="Nunito"/>
                <a:ea typeface="Nunito Light"/>
                <a:cs typeface="Nunito Light"/>
                <a:sym typeface="Nunito Light"/>
              </a:rPr>
              <a:t>large-scale</a:t>
            </a:r>
            <a:r>
              <a:rPr lang="en" sz="1200" kern="0" dirty="0">
                <a:solidFill>
                  <a:srgbClr val="000000"/>
                </a:solidFill>
                <a:latin typeface="Nunito"/>
                <a:ea typeface="Nunito Light"/>
                <a:cs typeface="Nunito Light"/>
                <a:sym typeface="Nunito Light"/>
              </a:rPr>
              <a:t> data management, data science, data analytics and engineering solutions in North America, Nordics, EMEA and APAC regions. Asim holds a Masters Degree in Computer Science from Islamic University Islamabad and Certifications in the area of </a:t>
            </a:r>
            <a:r>
              <a:rPr lang="en-US" sz="1200" kern="0" dirty="0">
                <a:solidFill>
                  <a:srgbClr val="000000"/>
                </a:solidFill>
                <a:latin typeface="Nunito"/>
                <a:ea typeface="Nunito Light"/>
                <a:cs typeface="Nunito Light"/>
                <a:sym typeface="Nunito Light"/>
              </a:rPr>
              <a:t>Delivery Excellence</a:t>
            </a:r>
            <a:endParaRPr sz="1200" kern="0" dirty="0">
              <a:solidFill>
                <a:srgbClr val="000000"/>
              </a:solidFill>
              <a:latin typeface="Nunito"/>
              <a:ea typeface="Nunito Light"/>
              <a:cs typeface="Nunito Light"/>
            </a:endParaRPr>
          </a:p>
          <a:p>
            <a:pPr algn="just" defTabSz="1219170">
              <a:lnSpc>
                <a:spcPct val="115000"/>
              </a:lnSpc>
              <a:buClr>
                <a:srgbClr val="000000"/>
              </a:buClr>
            </a:pPr>
            <a:endParaRPr sz="1200" b="1" kern="0" dirty="0">
              <a:solidFill>
                <a:srgbClr val="000000"/>
              </a:solidFill>
              <a:latin typeface="Nunito"/>
              <a:ea typeface="Nunito"/>
              <a:cs typeface="Nunito"/>
            </a:endParaRPr>
          </a:p>
          <a:p>
            <a:pPr defTabSz="1219170">
              <a:lnSpc>
                <a:spcPct val="115000"/>
              </a:lnSpc>
              <a:buClr>
                <a:srgbClr val="000000"/>
              </a:buClr>
            </a:pPr>
            <a:endParaRPr sz="1200" b="1" kern="0" dirty="0">
              <a:solidFill>
                <a:srgbClr val="000000"/>
              </a:solidFill>
              <a:latin typeface="Nunito"/>
              <a:ea typeface="Nunito"/>
              <a:cs typeface="Nunito"/>
            </a:endParaRPr>
          </a:p>
        </p:txBody>
      </p:sp>
      <p:pic>
        <p:nvPicPr>
          <p:cNvPr id="74" name="Google Shape;74;p15"/>
          <p:cNvPicPr preferRelativeResize="0"/>
          <p:nvPr/>
        </p:nvPicPr>
        <p:blipFill>
          <a:blip r:embed="rId5">
            <a:alphaModFix/>
          </a:blip>
          <a:stretch>
            <a:fillRect/>
          </a:stretch>
        </p:blipFill>
        <p:spPr>
          <a:xfrm>
            <a:off x="10910433" y="1530935"/>
            <a:ext cx="1167766" cy="763600"/>
          </a:xfrm>
          <a:prstGeom prst="rect">
            <a:avLst/>
          </a:prstGeom>
          <a:noFill/>
          <a:ln>
            <a:noFill/>
          </a:ln>
        </p:spPr>
      </p:pic>
      <p:pic>
        <p:nvPicPr>
          <p:cNvPr id="75" name="Google Shape;75;p15"/>
          <p:cNvPicPr preferRelativeResize="0"/>
          <p:nvPr/>
        </p:nvPicPr>
        <p:blipFill>
          <a:blip r:embed="rId6">
            <a:alphaModFix/>
          </a:blip>
          <a:stretch>
            <a:fillRect/>
          </a:stretch>
        </p:blipFill>
        <p:spPr>
          <a:xfrm>
            <a:off x="10435535" y="2805826"/>
            <a:ext cx="1555200" cy="892317"/>
          </a:xfrm>
          <a:prstGeom prst="rect">
            <a:avLst/>
          </a:prstGeom>
          <a:noFill/>
          <a:ln>
            <a:noFill/>
          </a:ln>
        </p:spPr>
      </p:pic>
      <p:pic>
        <p:nvPicPr>
          <p:cNvPr id="76" name="Google Shape;76;p15"/>
          <p:cNvPicPr preferRelativeResize="0"/>
          <p:nvPr/>
        </p:nvPicPr>
        <p:blipFill>
          <a:blip r:embed="rId7">
            <a:alphaModFix/>
          </a:blip>
          <a:stretch>
            <a:fillRect/>
          </a:stretch>
        </p:blipFill>
        <p:spPr>
          <a:xfrm>
            <a:off x="9411911" y="3775061"/>
            <a:ext cx="1955202" cy="636474"/>
          </a:xfrm>
          <a:prstGeom prst="rect">
            <a:avLst/>
          </a:prstGeom>
          <a:noFill/>
          <a:ln>
            <a:noFill/>
          </a:ln>
        </p:spPr>
      </p:pic>
      <p:pic>
        <p:nvPicPr>
          <p:cNvPr id="77" name="Google Shape;77;p15"/>
          <p:cNvPicPr preferRelativeResize="0"/>
          <p:nvPr/>
        </p:nvPicPr>
        <p:blipFill>
          <a:blip r:embed="rId8">
            <a:alphaModFix/>
          </a:blip>
          <a:stretch>
            <a:fillRect/>
          </a:stretch>
        </p:blipFill>
        <p:spPr>
          <a:xfrm>
            <a:off x="10291761" y="4488453"/>
            <a:ext cx="1761016" cy="602776"/>
          </a:xfrm>
          <a:prstGeom prst="rect">
            <a:avLst/>
          </a:prstGeom>
          <a:noFill/>
          <a:ln>
            <a:noFill/>
          </a:ln>
        </p:spPr>
      </p:pic>
      <p:pic>
        <p:nvPicPr>
          <p:cNvPr id="78" name="Google Shape;78;p15"/>
          <p:cNvPicPr preferRelativeResize="0"/>
          <p:nvPr/>
        </p:nvPicPr>
        <p:blipFill>
          <a:blip r:embed="rId9">
            <a:alphaModFix/>
          </a:blip>
          <a:stretch>
            <a:fillRect/>
          </a:stretch>
        </p:blipFill>
        <p:spPr>
          <a:xfrm>
            <a:off x="9411911" y="1445212"/>
            <a:ext cx="1446623" cy="1006867"/>
          </a:xfrm>
          <a:prstGeom prst="rect">
            <a:avLst/>
          </a:prstGeom>
          <a:noFill/>
          <a:ln>
            <a:noFill/>
          </a:ln>
        </p:spPr>
      </p:pic>
      <p:pic>
        <p:nvPicPr>
          <p:cNvPr id="79" name="Google Shape;79;p15"/>
          <p:cNvPicPr preferRelativeResize="0"/>
          <p:nvPr/>
        </p:nvPicPr>
        <p:blipFill rotWithShape="1">
          <a:blip r:embed="rId10">
            <a:alphaModFix/>
          </a:blip>
          <a:srcRect l="8021" t="35187" r="7540" b="35782"/>
          <a:stretch/>
        </p:blipFill>
        <p:spPr>
          <a:xfrm>
            <a:off x="9512468" y="2494028"/>
            <a:ext cx="2030247" cy="485252"/>
          </a:xfrm>
          <a:prstGeom prst="rect">
            <a:avLst/>
          </a:prstGeom>
          <a:noFill/>
          <a:ln>
            <a:noFill/>
          </a:ln>
        </p:spPr>
      </p:pic>
      <p:cxnSp>
        <p:nvCxnSpPr>
          <p:cNvPr id="80" name="Google Shape;80;p15"/>
          <p:cNvCxnSpPr/>
          <p:nvPr/>
        </p:nvCxnSpPr>
        <p:spPr>
          <a:xfrm>
            <a:off x="9158767" y="1897633"/>
            <a:ext cx="0" cy="4683200"/>
          </a:xfrm>
          <a:prstGeom prst="straightConnector1">
            <a:avLst/>
          </a:prstGeom>
          <a:noFill/>
          <a:ln w="38100" cap="flat" cmpd="sng">
            <a:solidFill>
              <a:schemeClr val="accent1"/>
            </a:solidFill>
            <a:prstDash val="dashDot"/>
            <a:round/>
            <a:headEnd type="none" w="med" len="med"/>
            <a:tailEnd type="none" w="med" len="med"/>
          </a:ln>
        </p:spPr>
      </p:cxnSp>
      <p:pic>
        <p:nvPicPr>
          <p:cNvPr id="81" name="Google Shape;81;p15"/>
          <p:cNvPicPr preferRelativeResize="0"/>
          <p:nvPr/>
        </p:nvPicPr>
        <p:blipFill>
          <a:blip r:embed="rId11">
            <a:alphaModFix/>
          </a:blip>
          <a:stretch>
            <a:fillRect/>
          </a:stretch>
        </p:blipFill>
        <p:spPr>
          <a:xfrm>
            <a:off x="9312066" y="5327065"/>
            <a:ext cx="1296231" cy="318084"/>
          </a:xfrm>
          <a:prstGeom prst="rect">
            <a:avLst/>
          </a:prstGeom>
          <a:noFill/>
          <a:ln>
            <a:noFill/>
          </a:ln>
        </p:spPr>
      </p:pic>
      <p:pic>
        <p:nvPicPr>
          <p:cNvPr id="17" name="Picture 16" descr="Icon&#10;&#10;Description automatically generated">
            <a:extLst>
              <a:ext uri="{FF2B5EF4-FFF2-40B4-BE49-F238E27FC236}">
                <a16:creationId xmlns:a16="http://schemas.microsoft.com/office/drawing/2014/main" id="{07C95F5E-D190-4CD9-A454-AF688A23579C}"/>
              </a:ext>
            </a:extLst>
          </p:cNvPr>
          <p:cNvPicPr>
            <a:picLocks noChangeAspect="1"/>
          </p:cNvPicPr>
          <p:nvPr/>
        </p:nvPicPr>
        <p:blipFill>
          <a:blip r:embed="rId12"/>
          <a:stretch>
            <a:fillRect/>
          </a:stretch>
        </p:blipFill>
        <p:spPr>
          <a:xfrm>
            <a:off x="11080065" y="151079"/>
            <a:ext cx="736656" cy="870547"/>
          </a:xfrm>
          <a:prstGeom prst="rect">
            <a:avLst/>
          </a:prstGeom>
        </p:spPr>
      </p:pic>
      <p:pic>
        <p:nvPicPr>
          <p:cNvPr id="3" name="Picture 2">
            <a:extLst>
              <a:ext uri="{FF2B5EF4-FFF2-40B4-BE49-F238E27FC236}">
                <a16:creationId xmlns:a16="http://schemas.microsoft.com/office/drawing/2014/main" id="{0769C30B-BB8F-4595-B788-C52C3B9FF979}"/>
              </a:ext>
            </a:extLst>
          </p:cNvPr>
          <p:cNvPicPr>
            <a:picLocks noChangeAspect="1"/>
          </p:cNvPicPr>
          <p:nvPr/>
        </p:nvPicPr>
        <p:blipFill>
          <a:blip r:embed="rId13"/>
          <a:stretch>
            <a:fillRect/>
          </a:stretch>
        </p:blipFill>
        <p:spPr>
          <a:xfrm>
            <a:off x="10801008" y="5678054"/>
            <a:ext cx="1015713" cy="485252"/>
          </a:xfrm>
          <a:prstGeom prst="rect">
            <a:avLst/>
          </a:prstGeom>
        </p:spPr>
      </p:pic>
      <p:pic>
        <p:nvPicPr>
          <p:cNvPr id="5" name="Picture 4" descr="Icon&#10;&#10;Description automatically generated">
            <a:extLst>
              <a:ext uri="{FF2B5EF4-FFF2-40B4-BE49-F238E27FC236}">
                <a16:creationId xmlns:a16="http://schemas.microsoft.com/office/drawing/2014/main" id="{F925B2C5-75C5-4103-8D4E-EE335B01BF62}"/>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494010" y="5974505"/>
            <a:ext cx="746444" cy="737266"/>
          </a:xfrm>
          <a:prstGeom prst="rect">
            <a:avLst/>
          </a:prstGeom>
        </p:spPr>
      </p:pic>
      <p:pic>
        <p:nvPicPr>
          <p:cNvPr id="7" name="Picture 6" descr="A picture containing person, person, posing, blue&#10;&#10;Description automatically generated">
            <a:extLst>
              <a:ext uri="{FF2B5EF4-FFF2-40B4-BE49-F238E27FC236}">
                <a16:creationId xmlns:a16="http://schemas.microsoft.com/office/drawing/2014/main" id="{26E3EAA0-083C-4E95-A417-71866FA6D474}"/>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22167" y="1530935"/>
            <a:ext cx="1422601" cy="142260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C428D-3FFC-4677-A31B-F1E2D710FAC3}"/>
              </a:ext>
            </a:extLst>
          </p:cNvPr>
          <p:cNvSpPr>
            <a:spLocks noGrp="1"/>
          </p:cNvSpPr>
          <p:nvPr>
            <p:ph type="title"/>
          </p:nvPr>
        </p:nvSpPr>
        <p:spPr>
          <a:xfrm>
            <a:off x="681180" y="2766218"/>
            <a:ext cx="10515600" cy="1325563"/>
          </a:xfrm>
        </p:spPr>
        <p:txBody>
          <a:bodyPr/>
          <a:lstStyle/>
          <a:p>
            <a:pPr algn="ctr">
              <a:lnSpc>
                <a:spcPct val="100000"/>
              </a:lnSpc>
              <a:spcBef>
                <a:spcPts val="0"/>
              </a:spcBef>
              <a:buClr>
                <a:schemeClr val="dk1"/>
              </a:buClr>
              <a:buSzPts val="2800"/>
            </a:pPr>
            <a:r>
              <a:rPr lang="en-US" sz="4800" b="1" dirty="0">
                <a:latin typeface="Neue Haas Grotesk Text Pro"/>
                <a:sym typeface="Arial"/>
              </a:rPr>
              <a:t>Technical </a:t>
            </a:r>
            <a:r>
              <a:rPr lang="en-US" sz="4800" b="1" dirty="0">
                <a:latin typeface="Neue Haas Grotesk Text Pro"/>
              </a:rPr>
              <a:t>&amp; Financial </a:t>
            </a:r>
            <a:r>
              <a:rPr lang="en-US" sz="4800" b="1" dirty="0">
                <a:solidFill>
                  <a:srgbClr val="F8482C"/>
                </a:solidFill>
                <a:latin typeface="Neue Haas Grotesk Text Pro"/>
              </a:rPr>
              <a:t>Proposal</a:t>
            </a:r>
            <a:endParaRPr lang="en-US" sz="4800" b="1">
              <a:solidFill>
                <a:srgbClr val="F8482C"/>
              </a:solidFill>
              <a:latin typeface="Neue Haas Grotesk Text Pro"/>
            </a:endParaRPr>
          </a:p>
        </p:txBody>
      </p:sp>
      <p:pic>
        <p:nvPicPr>
          <p:cNvPr id="4" name="Picture 3" descr="Icon&#10;&#10;Description automatically generated">
            <a:extLst>
              <a:ext uri="{FF2B5EF4-FFF2-40B4-BE49-F238E27FC236}">
                <a16:creationId xmlns:a16="http://schemas.microsoft.com/office/drawing/2014/main" id="{32D5C75F-96A4-4A8B-9108-D5D9BAC720D5}"/>
              </a:ext>
            </a:extLst>
          </p:cNvPr>
          <p:cNvPicPr>
            <a:picLocks noChangeAspect="1"/>
          </p:cNvPicPr>
          <p:nvPr/>
        </p:nvPicPr>
        <p:blipFill>
          <a:blip r:embed="rId2"/>
          <a:stretch>
            <a:fillRect/>
          </a:stretch>
        </p:blipFill>
        <p:spPr>
          <a:xfrm>
            <a:off x="11080065" y="151079"/>
            <a:ext cx="736656" cy="870547"/>
          </a:xfrm>
          <a:prstGeom prst="rect">
            <a:avLst/>
          </a:prstGeom>
        </p:spPr>
      </p:pic>
    </p:spTree>
    <p:extLst>
      <p:ext uri="{BB962C8B-B14F-4D97-AF65-F5344CB8AC3E}">
        <p14:creationId xmlns:p14="http://schemas.microsoft.com/office/powerpoint/2010/main" val="1303435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85F5F-6604-6E4B-98E0-A2834D3BCD49}"/>
              </a:ext>
            </a:extLst>
          </p:cNvPr>
          <p:cNvSpPr>
            <a:spLocks noGrp="1"/>
          </p:cNvSpPr>
          <p:nvPr>
            <p:ph type="title"/>
          </p:nvPr>
        </p:nvSpPr>
        <p:spPr>
          <a:xfrm>
            <a:off x="165861" y="243967"/>
            <a:ext cx="11360800" cy="852800"/>
          </a:xfrm>
        </p:spPr>
        <p:txBody>
          <a:bodyPr/>
          <a:lstStyle/>
          <a:p>
            <a:r>
              <a:rPr lang="en" sz="3200" dirty="0">
                <a:latin typeface="Nunito ExtraBold"/>
                <a:ea typeface="Nunito ExtraBold"/>
                <a:cs typeface="Nunito ExtraBold"/>
                <a:sym typeface="Nunito ExtraBold"/>
              </a:rPr>
              <a:t>Scope of the </a:t>
            </a:r>
            <a:r>
              <a:rPr lang="en" sz="3200" dirty="0">
                <a:solidFill>
                  <a:srgbClr val="F8482C"/>
                </a:solidFill>
                <a:latin typeface="Nunito ExtraBold"/>
                <a:ea typeface="Nunito ExtraBold"/>
                <a:cs typeface="Nunito ExtraBold"/>
                <a:sym typeface="Nunito ExtraBold"/>
              </a:rPr>
              <a:t>Application </a:t>
            </a:r>
            <a:endParaRPr lang="en-PK" sz="3200" dirty="0">
              <a:solidFill>
                <a:srgbClr val="C00000"/>
              </a:solidFill>
            </a:endParaRPr>
          </a:p>
        </p:txBody>
      </p:sp>
      <p:pic>
        <p:nvPicPr>
          <p:cNvPr id="10" name="Picture 9" descr="Icon&#10;&#10;Description automatically generated">
            <a:extLst>
              <a:ext uri="{FF2B5EF4-FFF2-40B4-BE49-F238E27FC236}">
                <a16:creationId xmlns:a16="http://schemas.microsoft.com/office/drawing/2014/main" id="{64B310C5-31F5-35A2-24F5-32B9A0690E47}"/>
              </a:ext>
            </a:extLst>
          </p:cNvPr>
          <p:cNvPicPr>
            <a:picLocks noChangeAspect="1"/>
          </p:cNvPicPr>
          <p:nvPr/>
        </p:nvPicPr>
        <p:blipFill>
          <a:blip r:embed="rId3"/>
          <a:stretch>
            <a:fillRect/>
          </a:stretch>
        </p:blipFill>
        <p:spPr>
          <a:xfrm>
            <a:off x="11080065" y="151079"/>
            <a:ext cx="736656" cy="870547"/>
          </a:xfrm>
          <a:prstGeom prst="rect">
            <a:avLst/>
          </a:prstGeom>
        </p:spPr>
      </p:pic>
      <p:grpSp>
        <p:nvGrpSpPr>
          <p:cNvPr id="4" name="Group 3">
            <a:extLst>
              <a:ext uri="{FF2B5EF4-FFF2-40B4-BE49-F238E27FC236}">
                <a16:creationId xmlns:a16="http://schemas.microsoft.com/office/drawing/2014/main" id="{9BDAD6DB-5016-513B-4499-EA973418A5D5}"/>
              </a:ext>
            </a:extLst>
          </p:cNvPr>
          <p:cNvGrpSpPr/>
          <p:nvPr/>
        </p:nvGrpSpPr>
        <p:grpSpPr>
          <a:xfrm>
            <a:off x="880562" y="1274688"/>
            <a:ext cx="10068487" cy="3611874"/>
            <a:chOff x="880562" y="1274689"/>
            <a:chExt cx="10186829" cy="4127113"/>
          </a:xfrm>
        </p:grpSpPr>
        <p:sp>
          <p:nvSpPr>
            <p:cNvPr id="6" name="TextBox 5">
              <a:extLst>
                <a:ext uri="{FF2B5EF4-FFF2-40B4-BE49-F238E27FC236}">
                  <a16:creationId xmlns:a16="http://schemas.microsoft.com/office/drawing/2014/main" id="{A080BAB8-33C2-294C-A847-0CE75937A651}"/>
                </a:ext>
              </a:extLst>
            </p:cNvPr>
            <p:cNvSpPr txBox="1"/>
            <p:nvPr/>
          </p:nvSpPr>
          <p:spPr>
            <a:xfrm>
              <a:off x="880562" y="1274689"/>
              <a:ext cx="3239491" cy="461664"/>
            </a:xfrm>
            <a:prstGeom prst="rect">
              <a:avLst/>
            </a:prstGeom>
            <a:solidFill>
              <a:srgbClr val="F8472C"/>
            </a:solidFill>
          </p:spPr>
          <p:txBody>
            <a:bodyPr wrap="square" rtlCol="0">
              <a:spAutoFit/>
            </a:bodyPr>
            <a:lstStyle/>
            <a:p>
              <a:pPr algn="ctr"/>
              <a:r>
                <a:rPr lang="en" sz="2000" b="1" dirty="0">
                  <a:solidFill>
                    <a:schemeClr val="bg1"/>
                  </a:solidFill>
                  <a:latin typeface="Nunito"/>
                  <a:ea typeface="Nunito"/>
                  <a:cs typeface="Nunito"/>
                  <a:sym typeface="Nunito"/>
                </a:rPr>
                <a:t>Bidding App</a:t>
              </a:r>
              <a:endParaRPr lang="ur-PK" sz="2000" dirty="0">
                <a:solidFill>
                  <a:schemeClr val="bg1"/>
                </a:solidFill>
                <a:latin typeface="+mj-lt"/>
              </a:endParaRPr>
            </a:p>
          </p:txBody>
        </p:sp>
        <p:sp>
          <p:nvSpPr>
            <p:cNvPr id="12" name="TextBox 11">
              <a:extLst>
                <a:ext uri="{FF2B5EF4-FFF2-40B4-BE49-F238E27FC236}">
                  <a16:creationId xmlns:a16="http://schemas.microsoft.com/office/drawing/2014/main" id="{9AE3D752-5345-9184-7265-D0C544EC138A}"/>
                </a:ext>
              </a:extLst>
            </p:cNvPr>
            <p:cNvSpPr txBox="1"/>
            <p:nvPr/>
          </p:nvSpPr>
          <p:spPr>
            <a:xfrm>
              <a:off x="4354231" y="1274912"/>
              <a:ext cx="3239491" cy="461664"/>
            </a:xfrm>
            <a:prstGeom prst="rect">
              <a:avLst/>
            </a:prstGeom>
            <a:solidFill>
              <a:schemeClr val="bg2"/>
            </a:solidFill>
          </p:spPr>
          <p:txBody>
            <a:bodyPr wrap="square" rtlCol="0">
              <a:spAutoFit/>
            </a:bodyPr>
            <a:lstStyle/>
            <a:p>
              <a:pPr algn="ctr"/>
              <a:r>
                <a:rPr lang="en" sz="2000" b="1" dirty="0">
                  <a:solidFill>
                    <a:schemeClr val="bg1"/>
                  </a:solidFill>
                  <a:latin typeface="Nunito"/>
                  <a:ea typeface="Nunito"/>
                  <a:cs typeface="Nunito"/>
                  <a:sym typeface="Nunito"/>
                </a:rPr>
                <a:t>Seller App</a:t>
              </a:r>
              <a:endParaRPr lang="ur-PK" sz="2000" dirty="0">
                <a:solidFill>
                  <a:schemeClr val="bg1"/>
                </a:solidFill>
                <a:latin typeface="+mj-lt"/>
              </a:endParaRPr>
            </a:p>
          </p:txBody>
        </p:sp>
        <p:sp>
          <p:nvSpPr>
            <p:cNvPr id="13" name="TextBox 12">
              <a:extLst>
                <a:ext uri="{FF2B5EF4-FFF2-40B4-BE49-F238E27FC236}">
                  <a16:creationId xmlns:a16="http://schemas.microsoft.com/office/drawing/2014/main" id="{31F59312-672A-8020-B9E4-213E154E6A1D}"/>
                </a:ext>
              </a:extLst>
            </p:cNvPr>
            <p:cNvSpPr txBox="1"/>
            <p:nvPr/>
          </p:nvSpPr>
          <p:spPr>
            <a:xfrm>
              <a:off x="7827900" y="1274689"/>
              <a:ext cx="3239491" cy="461664"/>
            </a:xfrm>
            <a:prstGeom prst="rect">
              <a:avLst/>
            </a:prstGeom>
            <a:solidFill>
              <a:srgbClr val="F8472C"/>
            </a:solidFill>
          </p:spPr>
          <p:txBody>
            <a:bodyPr wrap="square" rtlCol="0">
              <a:spAutoFit/>
            </a:bodyPr>
            <a:lstStyle/>
            <a:p>
              <a:pPr algn="ctr"/>
              <a:r>
                <a:rPr lang="en" sz="2000" b="1" dirty="0">
                  <a:solidFill>
                    <a:schemeClr val="bg1"/>
                  </a:solidFill>
                  <a:latin typeface="Nunito"/>
                  <a:ea typeface="Nunito"/>
                  <a:cs typeface="Nunito"/>
                  <a:sym typeface="Nunito"/>
                </a:rPr>
                <a:t>Super Admin App</a:t>
              </a:r>
              <a:endParaRPr lang="ur-PK" sz="2000" dirty="0">
                <a:solidFill>
                  <a:schemeClr val="bg1"/>
                </a:solidFill>
                <a:latin typeface="+mj-lt"/>
              </a:endParaRPr>
            </a:p>
          </p:txBody>
        </p:sp>
        <p:sp>
          <p:nvSpPr>
            <p:cNvPr id="3" name="TextBox 2">
              <a:extLst>
                <a:ext uri="{FF2B5EF4-FFF2-40B4-BE49-F238E27FC236}">
                  <a16:creationId xmlns:a16="http://schemas.microsoft.com/office/drawing/2014/main" id="{73F7C51A-DE6F-68B3-B1CA-4E2E8EE7623E}"/>
                </a:ext>
              </a:extLst>
            </p:cNvPr>
            <p:cNvSpPr txBox="1"/>
            <p:nvPr/>
          </p:nvSpPr>
          <p:spPr>
            <a:xfrm>
              <a:off x="880562" y="1849821"/>
              <a:ext cx="3239491" cy="355198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PK" sz="1400" dirty="0">
                  <a:latin typeface="Nunito" pitchFamily="2" charset="77"/>
                </a:rPr>
                <a:t>SEO optimizied and CMS based web application that  will cover end to end bidding process for 7 different auto dealerships</a:t>
              </a:r>
              <a:endParaRPr lang="en-US" sz="1400" dirty="0">
                <a:latin typeface="Nunito" pitchFamily="2" charset="77"/>
                <a:cs typeface="Arial"/>
              </a:endParaRPr>
            </a:p>
            <a:p>
              <a:pPr marL="285750" indent="-285750">
                <a:buFont typeface="Arial" panose="020B0604020202020204" pitchFamily="34" charset="0"/>
                <a:buChar char="•"/>
              </a:pPr>
              <a:r>
                <a:rPr lang="en-GB" sz="1400" dirty="0">
                  <a:latin typeface="Nunito" pitchFamily="2" charset="77"/>
                </a:rPr>
                <a:t>A</a:t>
              </a:r>
              <a:r>
                <a:rPr lang="en-PK" sz="1400" dirty="0">
                  <a:latin typeface="Nunito" pitchFamily="2" charset="77"/>
                </a:rPr>
                <a:t>daptive landing page with   rest of the application that  includes  configurable widgets. </a:t>
              </a:r>
              <a:endParaRPr lang="en-PK" sz="1400" dirty="0">
                <a:latin typeface="Nunito" pitchFamily="2" charset="77"/>
                <a:cs typeface="Arial"/>
              </a:endParaRPr>
            </a:p>
            <a:p>
              <a:pPr marL="285750" indent="-285750">
                <a:buFont typeface="Arial" panose="020B0604020202020204" pitchFamily="34" charset="0"/>
                <a:buChar char="•"/>
              </a:pPr>
              <a:r>
                <a:rPr lang="en-GB" sz="1400" dirty="0">
                  <a:latin typeface="Nunito" pitchFamily="2" charset="77"/>
                </a:rPr>
                <a:t>C</a:t>
              </a:r>
              <a:r>
                <a:rPr lang="en-PK" sz="1400" dirty="0">
                  <a:latin typeface="Nunito" pitchFamily="2" charset="77"/>
                </a:rPr>
                <a:t>onnectivity with the pre-developed backend to get listing and details of different vehicles. </a:t>
              </a:r>
              <a:endParaRPr lang="en-PK" sz="1400" dirty="0">
                <a:latin typeface="Nunito" pitchFamily="2" charset="77"/>
                <a:cs typeface="Arial"/>
              </a:endParaRPr>
            </a:p>
            <a:p>
              <a:pPr marL="285750" indent="-285750">
                <a:buFont typeface="Arial" panose="020B0604020202020204" pitchFamily="34" charset="0"/>
                <a:buChar char="•"/>
              </a:pPr>
              <a:r>
                <a:rPr lang="en-GB" sz="1400" dirty="0">
                  <a:latin typeface="Nunito" pitchFamily="2" charset="77"/>
                </a:rPr>
                <a:t>M</a:t>
              </a:r>
              <a:r>
                <a:rPr lang="en-PK" sz="1400" dirty="0">
                  <a:latin typeface="Nunito" pitchFamily="2" charset="77"/>
                </a:rPr>
                <a:t>utilpe buying options like trade, finance and from individual sellers</a:t>
              </a:r>
              <a:endParaRPr lang="en-PK" sz="1400" dirty="0">
                <a:latin typeface="Nunito" pitchFamily="2" charset="77"/>
                <a:cs typeface="Arial"/>
              </a:endParaRPr>
            </a:p>
            <a:p>
              <a:pPr marL="285750" indent="-285750">
                <a:buFont typeface="Arial" panose="020B0604020202020204" pitchFamily="34" charset="0"/>
                <a:buChar char="•"/>
              </a:pPr>
              <a:endParaRPr lang="en-PK" sz="1400" dirty="0">
                <a:latin typeface="Nunito" pitchFamily="2" charset="77"/>
              </a:endParaRPr>
            </a:p>
          </p:txBody>
        </p:sp>
        <p:sp>
          <p:nvSpPr>
            <p:cNvPr id="14" name="TextBox 13">
              <a:extLst>
                <a:ext uri="{FF2B5EF4-FFF2-40B4-BE49-F238E27FC236}">
                  <a16:creationId xmlns:a16="http://schemas.microsoft.com/office/drawing/2014/main" id="{4CDACB21-F2B4-BE4A-AB5E-0397B8A7E478}"/>
                </a:ext>
              </a:extLst>
            </p:cNvPr>
            <p:cNvSpPr txBox="1"/>
            <p:nvPr/>
          </p:nvSpPr>
          <p:spPr>
            <a:xfrm>
              <a:off x="4354230" y="1849820"/>
              <a:ext cx="3239491" cy="207492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dirty="0">
                  <a:latin typeface="Nunito" pitchFamily="2" charset="77"/>
                </a:rPr>
                <a:t>Web based seller application that  based on the technologies defined for Bidding App.</a:t>
              </a:r>
            </a:p>
            <a:p>
              <a:pPr marL="285750" indent="-285750">
                <a:buFont typeface="Arial" panose="020B0604020202020204" pitchFamily="34" charset="0"/>
                <a:buChar char="•"/>
              </a:pPr>
              <a:r>
                <a:rPr lang="en-US" sz="1400" dirty="0">
                  <a:latin typeface="Nunito" pitchFamily="2" charset="77"/>
                </a:rPr>
                <a:t>Inventory, users, stores and appointments management </a:t>
              </a:r>
            </a:p>
            <a:p>
              <a:pPr marL="285750" indent="-285750">
                <a:buFont typeface="Arial" panose="020B0604020202020204" pitchFamily="34" charset="0"/>
                <a:buChar char="•"/>
              </a:pPr>
              <a:r>
                <a:rPr lang="en-US" sz="1400" dirty="0">
                  <a:latin typeface="Nunito" pitchFamily="2" charset="77"/>
                </a:rPr>
                <a:t>Implementation of complete sales workflow. </a:t>
              </a:r>
              <a:endParaRPr lang="en-PK" sz="1400" dirty="0">
                <a:latin typeface="Nunito" pitchFamily="2" charset="77"/>
              </a:endParaRPr>
            </a:p>
            <a:p>
              <a:pPr marL="285750" indent="-285750">
                <a:buFont typeface="Arial" panose="020B0604020202020204" pitchFamily="34" charset="0"/>
                <a:buChar char="•"/>
              </a:pPr>
              <a:endParaRPr lang="en-PK" sz="1400" dirty="0">
                <a:latin typeface="Nunito" pitchFamily="2" charset="77"/>
              </a:endParaRPr>
            </a:p>
          </p:txBody>
        </p:sp>
        <p:sp>
          <p:nvSpPr>
            <p:cNvPr id="15" name="TextBox 14">
              <a:extLst>
                <a:ext uri="{FF2B5EF4-FFF2-40B4-BE49-F238E27FC236}">
                  <a16:creationId xmlns:a16="http://schemas.microsoft.com/office/drawing/2014/main" id="{F6825D00-2A5B-F9D6-9C4E-BA06ACE643B3}"/>
                </a:ext>
              </a:extLst>
            </p:cNvPr>
            <p:cNvSpPr txBox="1"/>
            <p:nvPr/>
          </p:nvSpPr>
          <p:spPr>
            <a:xfrm>
              <a:off x="7827899" y="1849820"/>
              <a:ext cx="3239491" cy="2567274"/>
            </a:xfrm>
            <a:prstGeom prst="rect">
              <a:avLst/>
            </a:prstGeom>
            <a:noFill/>
          </p:spPr>
          <p:txBody>
            <a:bodyPr wrap="square" rtlCol="0">
              <a:spAutoFit/>
            </a:bodyPr>
            <a:lstStyle/>
            <a:p>
              <a:pPr marL="285750" indent="-285750">
                <a:buFont typeface="Arial" panose="020B0604020202020204" pitchFamily="34" charset="0"/>
                <a:buChar char="•"/>
              </a:pPr>
              <a:r>
                <a:rPr lang="en-US" sz="1400" dirty="0">
                  <a:latin typeface="Nunito" pitchFamily="2" charset="77"/>
                </a:rPr>
                <a:t>Admin Panel to manage and administer the backend application</a:t>
              </a:r>
            </a:p>
            <a:p>
              <a:pPr marL="285750" indent="-285750">
                <a:buFont typeface="Arial" panose="020B0604020202020204" pitchFamily="34" charset="0"/>
                <a:buChar char="•"/>
              </a:pPr>
              <a:r>
                <a:rPr lang="en-US" sz="1400" dirty="0">
                  <a:latin typeface="Nunito" pitchFamily="2" charset="77"/>
                </a:rPr>
                <a:t>Should be based on the same technology stacks as Bidding and Seller Apps</a:t>
              </a:r>
            </a:p>
            <a:p>
              <a:pPr marL="285750" indent="-285750">
                <a:buFont typeface="Arial" panose="020B0604020202020204" pitchFamily="34" charset="0"/>
                <a:buChar char="•"/>
              </a:pPr>
              <a:r>
                <a:rPr lang="en-US" sz="1400" dirty="0">
                  <a:latin typeface="Nunito" pitchFamily="2" charset="77"/>
                </a:rPr>
                <a:t>Should be able to manage the users, groups, permissions and overall website management. </a:t>
              </a:r>
              <a:endParaRPr lang="en-PK" sz="1400" dirty="0">
                <a:latin typeface="Nunito" pitchFamily="2" charset="77"/>
              </a:endParaRPr>
            </a:p>
            <a:p>
              <a:pPr marL="285750" indent="-285750">
                <a:buFont typeface="Arial" panose="020B0604020202020204" pitchFamily="34" charset="0"/>
                <a:buChar char="•"/>
              </a:pPr>
              <a:endParaRPr lang="en-PK" sz="1400" dirty="0">
                <a:latin typeface="Nunito" pitchFamily="2" charset="77"/>
              </a:endParaRPr>
            </a:p>
          </p:txBody>
        </p:sp>
      </p:grpSp>
      <p:sp>
        <p:nvSpPr>
          <p:cNvPr id="5" name="TextBox 4">
            <a:extLst>
              <a:ext uri="{FF2B5EF4-FFF2-40B4-BE49-F238E27FC236}">
                <a16:creationId xmlns:a16="http://schemas.microsoft.com/office/drawing/2014/main" id="{95529F74-DC4D-B716-28B7-7B0E459CA955}"/>
              </a:ext>
            </a:extLst>
          </p:cNvPr>
          <p:cNvSpPr txBox="1"/>
          <p:nvPr/>
        </p:nvSpPr>
        <p:spPr>
          <a:xfrm>
            <a:off x="843536" y="5187745"/>
            <a:ext cx="10236529" cy="1415772"/>
          </a:xfrm>
          <a:prstGeom prst="rect">
            <a:avLst/>
          </a:prstGeom>
          <a:noFill/>
        </p:spPr>
        <p:txBody>
          <a:bodyPr wrap="square" rtlCol="0">
            <a:spAutoFit/>
          </a:bodyPr>
          <a:lstStyle/>
          <a:p>
            <a:r>
              <a:rPr lang="en-PK" b="1" dirty="0">
                <a:highlight>
                  <a:srgbClr val="FF9300"/>
                </a:highlight>
                <a:latin typeface="Nunito" pitchFamily="2" charset="77"/>
              </a:rPr>
              <a:t>Following Wireframes will be followed to develop the applications</a:t>
            </a:r>
          </a:p>
          <a:p>
            <a:endParaRPr lang="en-PK" b="1" dirty="0">
              <a:highlight>
                <a:srgbClr val="FF9300"/>
              </a:highlight>
            </a:endParaRPr>
          </a:p>
          <a:p>
            <a:r>
              <a:rPr lang="en-GB" sz="1600" dirty="0">
                <a:latin typeface="Nunito" pitchFamily="2" charset="77"/>
                <a:hlinkClick r:id="rId4"/>
              </a:rPr>
              <a:t>https://www.figma.com/file/eZ7R9OwuUklZjljEYQk0r9/Vehicle-Bidding-Mine-Updated?node-id=0%3A1</a:t>
            </a:r>
            <a:r>
              <a:rPr lang="en-GB" sz="1600" dirty="0">
                <a:latin typeface="Nunito" pitchFamily="2" charset="77"/>
              </a:rPr>
              <a:t>  </a:t>
            </a:r>
          </a:p>
          <a:p>
            <a:r>
              <a:rPr lang="en-GB" sz="1600" dirty="0">
                <a:latin typeface="Nunito" pitchFamily="2" charset="77"/>
                <a:hlinkClick r:id="rId5"/>
              </a:rPr>
              <a:t>https://www.figma.com/file/A4bylbdLqOihYKbEb1KBwf/Vehicle-Bidding-Seller?node-id=0%3A1</a:t>
            </a:r>
            <a:r>
              <a:rPr lang="en-GB" sz="1600" dirty="0">
                <a:latin typeface="Nunito" pitchFamily="2" charset="77"/>
              </a:rPr>
              <a:t> </a:t>
            </a:r>
          </a:p>
          <a:p>
            <a:endParaRPr lang="en-PK" dirty="0"/>
          </a:p>
        </p:txBody>
      </p:sp>
    </p:spTree>
    <p:extLst>
      <p:ext uri="{BB962C8B-B14F-4D97-AF65-F5344CB8AC3E}">
        <p14:creationId xmlns:p14="http://schemas.microsoft.com/office/powerpoint/2010/main" val="1295133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9733C-2326-AC3A-7B80-7DE6F0CFB22C}"/>
              </a:ext>
            </a:extLst>
          </p:cNvPr>
          <p:cNvSpPr>
            <a:spLocks noGrp="1"/>
          </p:cNvSpPr>
          <p:nvPr>
            <p:ph type="title"/>
          </p:nvPr>
        </p:nvSpPr>
        <p:spPr>
          <a:xfrm>
            <a:off x="415600" y="288567"/>
            <a:ext cx="11360800" cy="763600"/>
          </a:xfrm>
        </p:spPr>
        <p:txBody>
          <a:bodyPr/>
          <a:lstStyle/>
          <a:p>
            <a:r>
              <a:rPr lang="en" sz="3200" dirty="0">
                <a:latin typeface="Nunito ExtraBold"/>
                <a:ea typeface="Nunito ExtraBold"/>
                <a:cs typeface="Nunito ExtraBold"/>
                <a:sym typeface="Nunito ExtraBold"/>
              </a:rPr>
              <a:t>Technology </a:t>
            </a:r>
            <a:r>
              <a:rPr lang="en" sz="3200" dirty="0">
                <a:solidFill>
                  <a:srgbClr val="F8482C"/>
                </a:solidFill>
                <a:latin typeface="Nunito ExtraBold"/>
                <a:ea typeface="Nunito ExtraBold"/>
                <a:cs typeface="Nunito ExtraBold"/>
                <a:sym typeface="Nunito ExtraBold"/>
              </a:rPr>
              <a:t>Stack </a:t>
            </a:r>
            <a:endParaRPr lang="en-PK" sz="3200" dirty="0"/>
          </a:p>
        </p:txBody>
      </p:sp>
      <p:pic>
        <p:nvPicPr>
          <p:cNvPr id="3" name="Picture 2" descr="Icon&#10;&#10;Description automatically generated">
            <a:extLst>
              <a:ext uri="{FF2B5EF4-FFF2-40B4-BE49-F238E27FC236}">
                <a16:creationId xmlns:a16="http://schemas.microsoft.com/office/drawing/2014/main" id="{16A649CA-67D4-2E52-4283-BBABAC1FC164}"/>
              </a:ext>
            </a:extLst>
          </p:cNvPr>
          <p:cNvPicPr>
            <a:picLocks noChangeAspect="1"/>
          </p:cNvPicPr>
          <p:nvPr/>
        </p:nvPicPr>
        <p:blipFill>
          <a:blip r:embed="rId2"/>
          <a:stretch>
            <a:fillRect/>
          </a:stretch>
        </p:blipFill>
        <p:spPr>
          <a:xfrm>
            <a:off x="11080065" y="151079"/>
            <a:ext cx="736656" cy="870547"/>
          </a:xfrm>
          <a:prstGeom prst="rect">
            <a:avLst/>
          </a:prstGeom>
        </p:spPr>
      </p:pic>
      <p:sp>
        <p:nvSpPr>
          <p:cNvPr id="4" name="TextBox 3">
            <a:extLst>
              <a:ext uri="{FF2B5EF4-FFF2-40B4-BE49-F238E27FC236}">
                <a16:creationId xmlns:a16="http://schemas.microsoft.com/office/drawing/2014/main" id="{F922D344-0DB9-1DE1-3434-F653EA9E3052}"/>
              </a:ext>
            </a:extLst>
          </p:cNvPr>
          <p:cNvSpPr txBox="1"/>
          <p:nvPr/>
        </p:nvSpPr>
        <p:spPr>
          <a:xfrm>
            <a:off x="495719" y="1492180"/>
            <a:ext cx="418346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Neue Haas Grotesk Text Pro"/>
                <a:cs typeface="Arial"/>
              </a:rPr>
              <a:t>Development Technologies</a:t>
            </a:r>
            <a:endParaRPr lang="en-US" dirty="0"/>
          </a:p>
          <a:p>
            <a:pPr marL="285750" indent="-285750">
              <a:buFont typeface="Arial"/>
              <a:buChar char="•"/>
            </a:pPr>
            <a:r>
              <a:rPr lang="en-US" dirty="0">
                <a:latin typeface="Neue Haas Grotesk Text Pro"/>
                <a:cs typeface="Arial"/>
              </a:rPr>
              <a:t>ReactJS</a:t>
            </a:r>
            <a:endParaRPr lang="en-US" dirty="0"/>
          </a:p>
          <a:p>
            <a:pPr marL="285750" indent="-285750">
              <a:buFont typeface="Arial"/>
              <a:buChar char="•"/>
            </a:pPr>
            <a:r>
              <a:rPr lang="en-US" dirty="0" err="1">
                <a:latin typeface="Neue Haas Grotesk Text Pro"/>
                <a:cs typeface="Arial"/>
              </a:rPr>
              <a:t>NextJS</a:t>
            </a:r>
          </a:p>
          <a:p>
            <a:pPr marL="285750" indent="-285750">
              <a:buFont typeface="Arial"/>
              <a:buChar char="•"/>
            </a:pPr>
            <a:r>
              <a:rPr lang="en-US" dirty="0">
                <a:latin typeface="Neue Haas Grotesk Text Pro"/>
                <a:cs typeface="Arial"/>
              </a:rPr>
              <a:t>NodeJS</a:t>
            </a:r>
          </a:p>
          <a:p>
            <a:pPr marL="285750" indent="-285750">
              <a:buFont typeface="Arial"/>
              <a:buChar char="•"/>
            </a:pPr>
            <a:r>
              <a:rPr lang="en-US" dirty="0" err="1">
                <a:latin typeface="Neue Haas Grotesk Text Pro"/>
                <a:cs typeface="Arial"/>
              </a:rPr>
              <a:t>Strapi</a:t>
            </a:r>
            <a:r>
              <a:rPr lang="en-US" dirty="0">
                <a:latin typeface="Neue Haas Grotesk Text Pro"/>
                <a:cs typeface="Arial"/>
              </a:rPr>
              <a:t> CMS</a:t>
            </a:r>
          </a:p>
          <a:p>
            <a:pPr marL="285750" indent="-285750">
              <a:buFont typeface="Arial"/>
              <a:buChar char="•"/>
            </a:pPr>
            <a:endParaRPr lang="en-US" dirty="0">
              <a:latin typeface="Neue Haas Grotesk Text Pro"/>
              <a:cs typeface="Arial"/>
            </a:endParaRPr>
          </a:p>
          <a:p>
            <a:r>
              <a:rPr lang="en-US">
                <a:latin typeface="Neue Haas Grotesk Text Pro"/>
                <a:cs typeface="Arial"/>
              </a:rPr>
              <a:t>Cloud &amp; Hosting</a:t>
            </a:r>
            <a:endParaRPr lang="en-US"/>
          </a:p>
          <a:p>
            <a:pPr marL="285750" indent="-285750">
              <a:buFont typeface="Arial"/>
              <a:buChar char="•"/>
            </a:pPr>
            <a:r>
              <a:rPr lang="en-US">
                <a:latin typeface="Neue Haas Grotesk Text Pro"/>
                <a:cs typeface="Arial"/>
              </a:rPr>
              <a:t>AWS or Client's Data Center</a:t>
            </a:r>
            <a:endParaRPr lang="en-US" dirty="0">
              <a:latin typeface="Neue Haas Grotesk Text Pro"/>
              <a:cs typeface="Arial"/>
            </a:endParaRPr>
          </a:p>
          <a:p>
            <a:endParaRPr lang="en-US" dirty="0">
              <a:latin typeface="Neue Haas Grotesk Text Pro"/>
              <a:cs typeface="Arial"/>
            </a:endParaRPr>
          </a:p>
          <a:p>
            <a:pPr marL="285750" indent="-285750">
              <a:buFont typeface="Arial"/>
              <a:buChar char="•"/>
            </a:pPr>
            <a:endParaRPr lang="en-US" dirty="0">
              <a:latin typeface="Neue Haas Grotesk Text Pro"/>
              <a:cs typeface="Arial"/>
            </a:endParaRPr>
          </a:p>
        </p:txBody>
      </p:sp>
    </p:spTree>
    <p:extLst>
      <p:ext uri="{BB962C8B-B14F-4D97-AF65-F5344CB8AC3E}">
        <p14:creationId xmlns:p14="http://schemas.microsoft.com/office/powerpoint/2010/main" val="552648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09C6A-6E35-402A-4ECB-393A895AC026}"/>
              </a:ext>
            </a:extLst>
          </p:cNvPr>
          <p:cNvSpPr>
            <a:spLocks noGrp="1"/>
          </p:cNvSpPr>
          <p:nvPr>
            <p:ph type="title"/>
          </p:nvPr>
        </p:nvSpPr>
        <p:spPr/>
        <p:txBody>
          <a:bodyPr/>
          <a:lstStyle/>
          <a:p>
            <a:r>
              <a:rPr lang="en" dirty="0">
                <a:latin typeface="Nunito ExtraBold"/>
                <a:ea typeface="Nunito ExtraBold"/>
                <a:cs typeface="Nunito ExtraBold"/>
                <a:sym typeface="Nunito ExtraBold"/>
              </a:rPr>
              <a:t>Tentative Sprints </a:t>
            </a:r>
            <a:r>
              <a:rPr lang="en" sz="3200" dirty="0">
                <a:solidFill>
                  <a:srgbClr val="F8482C"/>
                </a:solidFill>
                <a:latin typeface="Nunito ExtraBold"/>
                <a:cs typeface="Nunito ExtraBold"/>
                <a:sym typeface="Nunito ExtraBold"/>
              </a:rPr>
              <a:t>Plan (20 Weeks)</a:t>
            </a:r>
            <a:r>
              <a:rPr lang="en" dirty="0">
                <a:solidFill>
                  <a:srgbClr val="F8482C"/>
                </a:solidFill>
                <a:latin typeface="Nunito ExtraBold"/>
                <a:ea typeface="Nunito ExtraBold"/>
                <a:cs typeface="Nunito ExtraBold"/>
                <a:sym typeface="Nunito ExtraBold"/>
              </a:rPr>
              <a:t> </a:t>
            </a:r>
            <a:endParaRPr lang="en-PK" dirty="0"/>
          </a:p>
        </p:txBody>
      </p:sp>
      <p:grpSp>
        <p:nvGrpSpPr>
          <p:cNvPr id="98" name="Group 97">
            <a:extLst>
              <a:ext uri="{FF2B5EF4-FFF2-40B4-BE49-F238E27FC236}">
                <a16:creationId xmlns:a16="http://schemas.microsoft.com/office/drawing/2014/main" id="{37C7653F-E056-8070-02C0-FA6BE71D242D}"/>
              </a:ext>
            </a:extLst>
          </p:cNvPr>
          <p:cNvGrpSpPr/>
          <p:nvPr/>
        </p:nvGrpSpPr>
        <p:grpSpPr>
          <a:xfrm>
            <a:off x="724394" y="1613974"/>
            <a:ext cx="8499955" cy="4145557"/>
            <a:chOff x="974380" y="1602100"/>
            <a:chExt cx="7575022" cy="3358556"/>
          </a:xfrm>
        </p:grpSpPr>
        <p:grpSp>
          <p:nvGrpSpPr>
            <p:cNvPr id="8" name="Group 7">
              <a:extLst>
                <a:ext uri="{FF2B5EF4-FFF2-40B4-BE49-F238E27FC236}">
                  <a16:creationId xmlns:a16="http://schemas.microsoft.com/office/drawing/2014/main" id="{F2AC15FC-82BE-276C-97B3-1CA497F5ED98}"/>
                </a:ext>
              </a:extLst>
            </p:cNvPr>
            <p:cNvGrpSpPr/>
            <p:nvPr/>
          </p:nvGrpSpPr>
          <p:grpSpPr>
            <a:xfrm>
              <a:off x="974380" y="1602100"/>
              <a:ext cx="7466127" cy="3358556"/>
              <a:chOff x="672074" y="2172757"/>
              <a:chExt cx="6448822" cy="3358556"/>
            </a:xfrm>
          </p:grpSpPr>
          <p:grpSp>
            <p:nvGrpSpPr>
              <p:cNvPr id="9" name="Group 8">
                <a:extLst>
                  <a:ext uri="{FF2B5EF4-FFF2-40B4-BE49-F238E27FC236}">
                    <a16:creationId xmlns:a16="http://schemas.microsoft.com/office/drawing/2014/main" id="{785C5ECA-1DF4-D7C3-92FC-F1426FCC7AED}"/>
                  </a:ext>
                </a:extLst>
              </p:cNvPr>
              <p:cNvGrpSpPr/>
              <p:nvPr/>
            </p:nvGrpSpPr>
            <p:grpSpPr>
              <a:xfrm>
                <a:off x="4548435" y="3720146"/>
                <a:ext cx="1333359" cy="259049"/>
                <a:chOff x="6064580" y="3817195"/>
                <a:chExt cx="1777812" cy="345398"/>
              </a:xfrm>
            </p:grpSpPr>
            <p:sp>
              <p:nvSpPr>
                <p:cNvPr id="43" name="Freeform 158">
                  <a:extLst>
                    <a:ext uri="{FF2B5EF4-FFF2-40B4-BE49-F238E27FC236}">
                      <a16:creationId xmlns:a16="http://schemas.microsoft.com/office/drawing/2014/main" id="{5EB847FB-7B2F-3F33-E12A-40E2E4E02ABC}"/>
                    </a:ext>
                  </a:extLst>
                </p:cNvPr>
                <p:cNvSpPr>
                  <a:spLocks/>
                </p:cNvSpPr>
                <p:nvPr/>
              </p:nvSpPr>
              <p:spPr bwMode="auto">
                <a:xfrm>
                  <a:off x="6064580" y="3817195"/>
                  <a:ext cx="1777812" cy="345398"/>
                </a:xfrm>
                <a:custGeom>
                  <a:avLst/>
                  <a:gdLst>
                    <a:gd name="T0" fmla="*/ 0 w 1360"/>
                    <a:gd name="T1" fmla="*/ 0 h 299"/>
                    <a:gd name="T2" fmla="*/ 1245 w 1360"/>
                    <a:gd name="T3" fmla="*/ 0 h 299"/>
                    <a:gd name="T4" fmla="*/ 1360 w 1360"/>
                    <a:gd name="T5" fmla="*/ 146 h 299"/>
                    <a:gd name="T6" fmla="*/ 1245 w 1360"/>
                    <a:gd name="T7" fmla="*/ 299 h 299"/>
                    <a:gd name="T8" fmla="*/ 0 w 1360"/>
                    <a:gd name="T9" fmla="*/ 299 h 299"/>
                    <a:gd name="T10" fmla="*/ 115 w 1360"/>
                    <a:gd name="T11" fmla="*/ 156 h 299"/>
                    <a:gd name="T12" fmla="*/ 0 w 1360"/>
                    <a:gd name="T13" fmla="*/ 0 h 299"/>
                  </a:gdLst>
                  <a:ahLst/>
                  <a:cxnLst>
                    <a:cxn ang="0">
                      <a:pos x="T0" y="T1"/>
                    </a:cxn>
                    <a:cxn ang="0">
                      <a:pos x="T2" y="T3"/>
                    </a:cxn>
                    <a:cxn ang="0">
                      <a:pos x="T4" y="T5"/>
                    </a:cxn>
                    <a:cxn ang="0">
                      <a:pos x="T6" y="T7"/>
                    </a:cxn>
                    <a:cxn ang="0">
                      <a:pos x="T8" y="T9"/>
                    </a:cxn>
                    <a:cxn ang="0">
                      <a:pos x="T10" y="T11"/>
                    </a:cxn>
                    <a:cxn ang="0">
                      <a:pos x="T12" y="T13"/>
                    </a:cxn>
                  </a:cxnLst>
                  <a:rect l="0" t="0" r="r" b="b"/>
                  <a:pathLst>
                    <a:path w="1360" h="299">
                      <a:moveTo>
                        <a:pt x="0" y="0"/>
                      </a:moveTo>
                      <a:lnTo>
                        <a:pt x="1245" y="0"/>
                      </a:lnTo>
                      <a:lnTo>
                        <a:pt x="1360" y="146"/>
                      </a:lnTo>
                      <a:lnTo>
                        <a:pt x="1245" y="299"/>
                      </a:lnTo>
                      <a:lnTo>
                        <a:pt x="0" y="299"/>
                      </a:lnTo>
                      <a:lnTo>
                        <a:pt x="115" y="156"/>
                      </a:lnTo>
                      <a:lnTo>
                        <a:pt x="0" y="0"/>
                      </a:lnTo>
                      <a:close/>
                    </a:path>
                  </a:pathLst>
                </a:custGeom>
                <a:solidFill>
                  <a:schemeClr val="bg2"/>
                </a:solidFill>
                <a:ln w="0">
                  <a:noFill/>
                  <a:prstDash val="solid"/>
                  <a:round/>
                  <a:headEnd/>
                  <a:tailEnd/>
                </a:ln>
              </p:spPr>
              <p:txBody>
                <a:bodyPr vert="horz" wrap="square" lIns="68580" tIns="34290" rIns="68580" bIns="34290" numCol="1" anchor="ctr" anchorCtr="0" compatLnSpc="1">
                  <a:prstTxWarp prst="textNoShape">
                    <a:avLst/>
                  </a:prstTxWarp>
                </a:bodyPr>
                <a:lstStyle/>
                <a:p>
                  <a:pPr algn="ctr"/>
                  <a:r>
                    <a:rPr lang="en-US" sz="1050" b="1" dirty="0">
                      <a:solidFill>
                        <a:schemeClr val="bg1"/>
                      </a:solidFill>
                      <a:latin typeface="Roboto" panose="02000000000000000000" pitchFamily="2" charset="0"/>
                      <a:ea typeface="Roboto" panose="02000000000000000000" pitchFamily="2" charset="0"/>
                    </a:rPr>
                    <a:t>Sprint-4</a:t>
                  </a:r>
                </a:p>
              </p:txBody>
            </p:sp>
            <p:sp>
              <p:nvSpPr>
                <p:cNvPr id="44" name="Freeform 159">
                  <a:extLst>
                    <a:ext uri="{FF2B5EF4-FFF2-40B4-BE49-F238E27FC236}">
                      <a16:creationId xmlns:a16="http://schemas.microsoft.com/office/drawing/2014/main" id="{35E62BF1-4C39-2F3A-E27D-C86BA7A8666A}"/>
                    </a:ext>
                  </a:extLst>
                </p:cNvPr>
                <p:cNvSpPr>
                  <a:spLocks/>
                </p:cNvSpPr>
                <p:nvPr/>
              </p:nvSpPr>
              <p:spPr bwMode="auto">
                <a:xfrm>
                  <a:off x="6816025" y="3865549"/>
                  <a:ext cx="966145" cy="250990"/>
                </a:xfrm>
                <a:custGeom>
                  <a:avLst/>
                  <a:gdLst>
                    <a:gd name="T0" fmla="*/ 650 w 737"/>
                    <a:gd name="T1" fmla="*/ 0 h 219"/>
                    <a:gd name="T2" fmla="*/ 654 w 737"/>
                    <a:gd name="T3" fmla="*/ 0 h 219"/>
                    <a:gd name="T4" fmla="*/ 656 w 737"/>
                    <a:gd name="T5" fmla="*/ 2 h 219"/>
                    <a:gd name="T6" fmla="*/ 737 w 737"/>
                    <a:gd name="T7" fmla="*/ 107 h 219"/>
                    <a:gd name="T8" fmla="*/ 654 w 737"/>
                    <a:gd name="T9" fmla="*/ 219 h 219"/>
                    <a:gd name="T10" fmla="*/ 8 w 737"/>
                    <a:gd name="T11" fmla="*/ 219 h 219"/>
                    <a:gd name="T12" fmla="*/ 4 w 737"/>
                    <a:gd name="T13" fmla="*/ 217 h 219"/>
                    <a:gd name="T14" fmla="*/ 2 w 737"/>
                    <a:gd name="T15" fmla="*/ 215 h 219"/>
                    <a:gd name="T16" fmla="*/ 0 w 737"/>
                    <a:gd name="T17" fmla="*/ 211 h 219"/>
                    <a:gd name="T18" fmla="*/ 2 w 737"/>
                    <a:gd name="T19" fmla="*/ 207 h 219"/>
                    <a:gd name="T20" fmla="*/ 4 w 737"/>
                    <a:gd name="T21" fmla="*/ 203 h 219"/>
                    <a:gd name="T22" fmla="*/ 8 w 737"/>
                    <a:gd name="T23" fmla="*/ 203 h 219"/>
                    <a:gd name="T24" fmla="*/ 646 w 737"/>
                    <a:gd name="T25" fmla="*/ 203 h 219"/>
                    <a:gd name="T26" fmla="*/ 717 w 737"/>
                    <a:gd name="T27" fmla="*/ 107 h 219"/>
                    <a:gd name="T28" fmla="*/ 644 w 737"/>
                    <a:gd name="T29" fmla="*/ 12 h 219"/>
                    <a:gd name="T30" fmla="*/ 642 w 737"/>
                    <a:gd name="T31" fmla="*/ 8 h 219"/>
                    <a:gd name="T32" fmla="*/ 642 w 737"/>
                    <a:gd name="T33" fmla="*/ 4 h 219"/>
                    <a:gd name="T34" fmla="*/ 646 w 737"/>
                    <a:gd name="T35" fmla="*/ 0 h 219"/>
                    <a:gd name="T36" fmla="*/ 650 w 737"/>
                    <a:gd name="T3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7" h="219">
                      <a:moveTo>
                        <a:pt x="650" y="0"/>
                      </a:moveTo>
                      <a:lnTo>
                        <a:pt x="654" y="0"/>
                      </a:lnTo>
                      <a:lnTo>
                        <a:pt x="656" y="2"/>
                      </a:lnTo>
                      <a:lnTo>
                        <a:pt x="737" y="107"/>
                      </a:lnTo>
                      <a:lnTo>
                        <a:pt x="654" y="219"/>
                      </a:lnTo>
                      <a:lnTo>
                        <a:pt x="8" y="219"/>
                      </a:lnTo>
                      <a:lnTo>
                        <a:pt x="4" y="217"/>
                      </a:lnTo>
                      <a:lnTo>
                        <a:pt x="2" y="215"/>
                      </a:lnTo>
                      <a:lnTo>
                        <a:pt x="0" y="211"/>
                      </a:lnTo>
                      <a:lnTo>
                        <a:pt x="2" y="207"/>
                      </a:lnTo>
                      <a:lnTo>
                        <a:pt x="4" y="203"/>
                      </a:lnTo>
                      <a:lnTo>
                        <a:pt x="8" y="203"/>
                      </a:lnTo>
                      <a:lnTo>
                        <a:pt x="646" y="203"/>
                      </a:lnTo>
                      <a:lnTo>
                        <a:pt x="717" y="107"/>
                      </a:lnTo>
                      <a:lnTo>
                        <a:pt x="644" y="12"/>
                      </a:lnTo>
                      <a:lnTo>
                        <a:pt x="642" y="8"/>
                      </a:lnTo>
                      <a:lnTo>
                        <a:pt x="642" y="4"/>
                      </a:lnTo>
                      <a:lnTo>
                        <a:pt x="646" y="0"/>
                      </a:lnTo>
                      <a:lnTo>
                        <a:pt x="650" y="0"/>
                      </a:lnTo>
                      <a:close/>
                    </a:path>
                  </a:pathLst>
                </a:custGeom>
                <a:solidFill>
                  <a:srgbClr val="FFFFFF"/>
                </a:solidFill>
                <a:ln w="0">
                  <a:solidFill>
                    <a:srgbClr val="FFFFFF"/>
                  </a:solidFill>
                  <a:prstDash val="solid"/>
                  <a:round/>
                  <a:headEnd/>
                  <a:tailEnd/>
                </a:ln>
              </p:spPr>
              <p:txBody>
                <a:bodyPr vert="horz" wrap="square" lIns="68580" tIns="34290" rIns="68580" bIns="34290" numCol="1" anchor="ctr" anchorCtr="0" compatLnSpc="1">
                  <a:prstTxWarp prst="textNoShape">
                    <a:avLst/>
                  </a:prstTxWarp>
                </a:bodyPr>
                <a:lstStyle/>
                <a:p>
                  <a:endParaRPr lang="en-US" sz="1050" dirty="0"/>
                </a:p>
              </p:txBody>
            </p:sp>
          </p:grpSp>
          <p:grpSp>
            <p:nvGrpSpPr>
              <p:cNvPr id="10" name="Group 9">
                <a:extLst>
                  <a:ext uri="{FF2B5EF4-FFF2-40B4-BE49-F238E27FC236}">
                    <a16:creationId xmlns:a16="http://schemas.microsoft.com/office/drawing/2014/main" id="{010C7D44-5340-720E-AA44-CCF45E4DD434}"/>
                  </a:ext>
                </a:extLst>
              </p:cNvPr>
              <p:cNvGrpSpPr/>
              <p:nvPr/>
            </p:nvGrpSpPr>
            <p:grpSpPr>
              <a:xfrm>
                <a:off x="1964194" y="3720146"/>
                <a:ext cx="1335321" cy="259049"/>
                <a:chOff x="2618925" y="3817195"/>
                <a:chExt cx="1780428" cy="345398"/>
              </a:xfrm>
            </p:grpSpPr>
            <p:sp>
              <p:nvSpPr>
                <p:cNvPr id="41" name="Freeform 360">
                  <a:extLst>
                    <a:ext uri="{FF2B5EF4-FFF2-40B4-BE49-F238E27FC236}">
                      <a16:creationId xmlns:a16="http://schemas.microsoft.com/office/drawing/2014/main" id="{9043256F-D714-EAA1-3637-E5CC8FB1E163}"/>
                    </a:ext>
                  </a:extLst>
                </p:cNvPr>
                <p:cNvSpPr>
                  <a:spLocks/>
                </p:cNvSpPr>
                <p:nvPr/>
              </p:nvSpPr>
              <p:spPr bwMode="auto">
                <a:xfrm>
                  <a:off x="2618925" y="3817195"/>
                  <a:ext cx="1780428" cy="345398"/>
                </a:xfrm>
                <a:custGeom>
                  <a:avLst/>
                  <a:gdLst>
                    <a:gd name="T0" fmla="*/ 0 w 1359"/>
                    <a:gd name="T1" fmla="*/ 0 h 299"/>
                    <a:gd name="T2" fmla="*/ 1245 w 1359"/>
                    <a:gd name="T3" fmla="*/ 0 h 299"/>
                    <a:gd name="T4" fmla="*/ 1359 w 1359"/>
                    <a:gd name="T5" fmla="*/ 146 h 299"/>
                    <a:gd name="T6" fmla="*/ 1245 w 1359"/>
                    <a:gd name="T7" fmla="*/ 299 h 299"/>
                    <a:gd name="T8" fmla="*/ 0 w 1359"/>
                    <a:gd name="T9" fmla="*/ 299 h 299"/>
                    <a:gd name="T10" fmla="*/ 114 w 1359"/>
                    <a:gd name="T11" fmla="*/ 156 h 299"/>
                    <a:gd name="T12" fmla="*/ 0 w 1359"/>
                    <a:gd name="T13" fmla="*/ 0 h 299"/>
                  </a:gdLst>
                  <a:ahLst/>
                  <a:cxnLst>
                    <a:cxn ang="0">
                      <a:pos x="T0" y="T1"/>
                    </a:cxn>
                    <a:cxn ang="0">
                      <a:pos x="T2" y="T3"/>
                    </a:cxn>
                    <a:cxn ang="0">
                      <a:pos x="T4" y="T5"/>
                    </a:cxn>
                    <a:cxn ang="0">
                      <a:pos x="T6" y="T7"/>
                    </a:cxn>
                    <a:cxn ang="0">
                      <a:pos x="T8" y="T9"/>
                    </a:cxn>
                    <a:cxn ang="0">
                      <a:pos x="T10" y="T11"/>
                    </a:cxn>
                    <a:cxn ang="0">
                      <a:pos x="T12" y="T13"/>
                    </a:cxn>
                  </a:cxnLst>
                  <a:rect l="0" t="0" r="r" b="b"/>
                  <a:pathLst>
                    <a:path w="1359" h="299">
                      <a:moveTo>
                        <a:pt x="0" y="0"/>
                      </a:moveTo>
                      <a:lnTo>
                        <a:pt x="1245" y="0"/>
                      </a:lnTo>
                      <a:lnTo>
                        <a:pt x="1359" y="146"/>
                      </a:lnTo>
                      <a:lnTo>
                        <a:pt x="1245" y="299"/>
                      </a:lnTo>
                      <a:lnTo>
                        <a:pt x="0" y="299"/>
                      </a:lnTo>
                      <a:lnTo>
                        <a:pt x="114" y="156"/>
                      </a:lnTo>
                      <a:lnTo>
                        <a:pt x="0" y="0"/>
                      </a:lnTo>
                      <a:close/>
                    </a:path>
                  </a:pathLst>
                </a:custGeom>
                <a:solidFill>
                  <a:schemeClr val="bg2"/>
                </a:solidFill>
                <a:ln w="0">
                  <a:solidFill>
                    <a:srgbClr val="FFFFFF"/>
                  </a:solidFill>
                  <a:prstDash val="solid"/>
                  <a:round/>
                  <a:headEnd/>
                  <a:tailEnd/>
                </a:ln>
              </p:spPr>
              <p:txBody>
                <a:bodyPr vert="horz" wrap="square" lIns="68580" tIns="34290" rIns="68580" bIns="34290" numCol="1" anchor="ctr" anchorCtr="0" compatLnSpc="1">
                  <a:prstTxWarp prst="textNoShape">
                    <a:avLst/>
                  </a:prstTxWarp>
                </a:bodyPr>
                <a:lstStyle/>
                <a:p>
                  <a:pPr algn="ctr"/>
                  <a:r>
                    <a:rPr lang="en-US" sz="1050" b="1" dirty="0">
                      <a:solidFill>
                        <a:schemeClr val="bg1"/>
                      </a:solidFill>
                      <a:latin typeface="Roboto" panose="02000000000000000000" pitchFamily="2" charset="0"/>
                      <a:ea typeface="Roboto" panose="02000000000000000000" pitchFamily="2" charset="0"/>
                    </a:rPr>
                    <a:t>Sprint-2</a:t>
                  </a:r>
                </a:p>
              </p:txBody>
            </p:sp>
            <p:sp>
              <p:nvSpPr>
                <p:cNvPr id="42" name="Freeform 361">
                  <a:extLst>
                    <a:ext uri="{FF2B5EF4-FFF2-40B4-BE49-F238E27FC236}">
                      <a16:creationId xmlns:a16="http://schemas.microsoft.com/office/drawing/2014/main" id="{4E97664F-8541-1B87-B923-9D617050172C}"/>
                    </a:ext>
                  </a:extLst>
                </p:cNvPr>
                <p:cNvSpPr>
                  <a:spLocks/>
                </p:cNvSpPr>
                <p:nvPr/>
              </p:nvSpPr>
              <p:spPr bwMode="auto">
                <a:xfrm>
                  <a:off x="3367753" y="3865549"/>
                  <a:ext cx="966145" cy="250990"/>
                </a:xfrm>
                <a:custGeom>
                  <a:avLst/>
                  <a:gdLst>
                    <a:gd name="T0" fmla="*/ 651 w 737"/>
                    <a:gd name="T1" fmla="*/ 0 h 219"/>
                    <a:gd name="T2" fmla="*/ 655 w 737"/>
                    <a:gd name="T3" fmla="*/ 0 h 219"/>
                    <a:gd name="T4" fmla="*/ 656 w 737"/>
                    <a:gd name="T5" fmla="*/ 2 h 219"/>
                    <a:gd name="T6" fmla="*/ 737 w 737"/>
                    <a:gd name="T7" fmla="*/ 107 h 219"/>
                    <a:gd name="T8" fmla="*/ 655 w 737"/>
                    <a:gd name="T9" fmla="*/ 219 h 219"/>
                    <a:gd name="T10" fmla="*/ 8 w 737"/>
                    <a:gd name="T11" fmla="*/ 219 h 219"/>
                    <a:gd name="T12" fmla="*/ 4 w 737"/>
                    <a:gd name="T13" fmla="*/ 217 h 219"/>
                    <a:gd name="T14" fmla="*/ 2 w 737"/>
                    <a:gd name="T15" fmla="*/ 215 h 219"/>
                    <a:gd name="T16" fmla="*/ 0 w 737"/>
                    <a:gd name="T17" fmla="*/ 211 h 219"/>
                    <a:gd name="T18" fmla="*/ 2 w 737"/>
                    <a:gd name="T19" fmla="*/ 207 h 219"/>
                    <a:gd name="T20" fmla="*/ 4 w 737"/>
                    <a:gd name="T21" fmla="*/ 203 h 219"/>
                    <a:gd name="T22" fmla="*/ 8 w 737"/>
                    <a:gd name="T23" fmla="*/ 203 h 219"/>
                    <a:gd name="T24" fmla="*/ 647 w 737"/>
                    <a:gd name="T25" fmla="*/ 203 h 219"/>
                    <a:gd name="T26" fmla="*/ 718 w 737"/>
                    <a:gd name="T27" fmla="*/ 107 h 219"/>
                    <a:gd name="T28" fmla="*/ 645 w 737"/>
                    <a:gd name="T29" fmla="*/ 12 h 219"/>
                    <a:gd name="T30" fmla="*/ 643 w 737"/>
                    <a:gd name="T31" fmla="*/ 8 h 219"/>
                    <a:gd name="T32" fmla="*/ 643 w 737"/>
                    <a:gd name="T33" fmla="*/ 4 h 219"/>
                    <a:gd name="T34" fmla="*/ 647 w 737"/>
                    <a:gd name="T35" fmla="*/ 0 h 219"/>
                    <a:gd name="T36" fmla="*/ 651 w 737"/>
                    <a:gd name="T3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7" h="219">
                      <a:moveTo>
                        <a:pt x="651" y="0"/>
                      </a:moveTo>
                      <a:lnTo>
                        <a:pt x="655" y="0"/>
                      </a:lnTo>
                      <a:lnTo>
                        <a:pt x="656" y="2"/>
                      </a:lnTo>
                      <a:lnTo>
                        <a:pt x="737" y="107"/>
                      </a:lnTo>
                      <a:lnTo>
                        <a:pt x="655" y="219"/>
                      </a:lnTo>
                      <a:lnTo>
                        <a:pt x="8" y="219"/>
                      </a:lnTo>
                      <a:lnTo>
                        <a:pt x="4" y="217"/>
                      </a:lnTo>
                      <a:lnTo>
                        <a:pt x="2" y="215"/>
                      </a:lnTo>
                      <a:lnTo>
                        <a:pt x="0" y="211"/>
                      </a:lnTo>
                      <a:lnTo>
                        <a:pt x="2" y="207"/>
                      </a:lnTo>
                      <a:lnTo>
                        <a:pt x="4" y="203"/>
                      </a:lnTo>
                      <a:lnTo>
                        <a:pt x="8" y="203"/>
                      </a:lnTo>
                      <a:lnTo>
                        <a:pt x="647" y="203"/>
                      </a:lnTo>
                      <a:lnTo>
                        <a:pt x="718" y="107"/>
                      </a:lnTo>
                      <a:lnTo>
                        <a:pt x="645" y="12"/>
                      </a:lnTo>
                      <a:lnTo>
                        <a:pt x="643" y="8"/>
                      </a:lnTo>
                      <a:lnTo>
                        <a:pt x="643" y="4"/>
                      </a:lnTo>
                      <a:lnTo>
                        <a:pt x="647" y="0"/>
                      </a:lnTo>
                      <a:lnTo>
                        <a:pt x="651" y="0"/>
                      </a:lnTo>
                      <a:close/>
                    </a:path>
                  </a:pathLst>
                </a:custGeom>
                <a:solidFill>
                  <a:srgbClr val="FFFFFF"/>
                </a:solidFill>
                <a:ln w="0">
                  <a:solidFill>
                    <a:srgbClr val="FFFFFF"/>
                  </a:solidFill>
                  <a:prstDash val="solid"/>
                  <a:round/>
                  <a:headEnd/>
                  <a:tailEnd/>
                </a:ln>
              </p:spPr>
              <p:txBody>
                <a:bodyPr vert="horz" wrap="square" lIns="68580" tIns="34290" rIns="68580" bIns="34290" numCol="1" anchor="ctr" anchorCtr="0" compatLnSpc="1">
                  <a:prstTxWarp prst="textNoShape">
                    <a:avLst/>
                  </a:prstTxWarp>
                </a:bodyPr>
                <a:lstStyle/>
                <a:p>
                  <a:endParaRPr lang="en-US" sz="1050" dirty="0"/>
                </a:p>
              </p:txBody>
            </p:sp>
          </p:grpSp>
          <p:grpSp>
            <p:nvGrpSpPr>
              <p:cNvPr id="11" name="Group 10">
                <a:extLst>
                  <a:ext uri="{FF2B5EF4-FFF2-40B4-BE49-F238E27FC236}">
                    <a16:creationId xmlns:a16="http://schemas.microsoft.com/office/drawing/2014/main" id="{15752391-3C5F-6B85-FFB7-7207677EE5A4}"/>
                  </a:ext>
                </a:extLst>
              </p:cNvPr>
              <p:cNvGrpSpPr/>
              <p:nvPr/>
            </p:nvGrpSpPr>
            <p:grpSpPr>
              <a:xfrm>
                <a:off x="672074" y="3720146"/>
                <a:ext cx="1333359" cy="259049"/>
                <a:chOff x="896099" y="3817195"/>
                <a:chExt cx="1777812" cy="345398"/>
              </a:xfrm>
            </p:grpSpPr>
            <p:sp>
              <p:nvSpPr>
                <p:cNvPr id="39" name="Freeform 472">
                  <a:extLst>
                    <a:ext uri="{FF2B5EF4-FFF2-40B4-BE49-F238E27FC236}">
                      <a16:creationId xmlns:a16="http://schemas.microsoft.com/office/drawing/2014/main" id="{970493BA-DBF9-893E-3C31-57C7EC1DE028}"/>
                    </a:ext>
                  </a:extLst>
                </p:cNvPr>
                <p:cNvSpPr>
                  <a:spLocks/>
                </p:cNvSpPr>
                <p:nvPr/>
              </p:nvSpPr>
              <p:spPr bwMode="auto">
                <a:xfrm>
                  <a:off x="896099" y="3817195"/>
                  <a:ext cx="1777812" cy="345398"/>
                </a:xfrm>
                <a:custGeom>
                  <a:avLst/>
                  <a:gdLst>
                    <a:gd name="T0" fmla="*/ 0 w 1357"/>
                    <a:gd name="T1" fmla="*/ 0 h 299"/>
                    <a:gd name="T2" fmla="*/ 1245 w 1357"/>
                    <a:gd name="T3" fmla="*/ 0 h 299"/>
                    <a:gd name="T4" fmla="*/ 1357 w 1357"/>
                    <a:gd name="T5" fmla="*/ 146 h 299"/>
                    <a:gd name="T6" fmla="*/ 1245 w 1357"/>
                    <a:gd name="T7" fmla="*/ 299 h 299"/>
                    <a:gd name="T8" fmla="*/ 0 w 1357"/>
                    <a:gd name="T9" fmla="*/ 299 h 299"/>
                    <a:gd name="T10" fmla="*/ 112 w 1357"/>
                    <a:gd name="T11" fmla="*/ 156 h 299"/>
                    <a:gd name="T12" fmla="*/ 0 w 1357"/>
                    <a:gd name="T13" fmla="*/ 0 h 299"/>
                  </a:gdLst>
                  <a:ahLst/>
                  <a:cxnLst>
                    <a:cxn ang="0">
                      <a:pos x="T0" y="T1"/>
                    </a:cxn>
                    <a:cxn ang="0">
                      <a:pos x="T2" y="T3"/>
                    </a:cxn>
                    <a:cxn ang="0">
                      <a:pos x="T4" y="T5"/>
                    </a:cxn>
                    <a:cxn ang="0">
                      <a:pos x="T6" y="T7"/>
                    </a:cxn>
                    <a:cxn ang="0">
                      <a:pos x="T8" y="T9"/>
                    </a:cxn>
                    <a:cxn ang="0">
                      <a:pos x="T10" y="T11"/>
                    </a:cxn>
                    <a:cxn ang="0">
                      <a:pos x="T12" y="T13"/>
                    </a:cxn>
                  </a:cxnLst>
                  <a:rect l="0" t="0" r="r" b="b"/>
                  <a:pathLst>
                    <a:path w="1357" h="299">
                      <a:moveTo>
                        <a:pt x="0" y="0"/>
                      </a:moveTo>
                      <a:lnTo>
                        <a:pt x="1245" y="0"/>
                      </a:lnTo>
                      <a:lnTo>
                        <a:pt x="1357" y="146"/>
                      </a:lnTo>
                      <a:lnTo>
                        <a:pt x="1245" y="299"/>
                      </a:lnTo>
                      <a:lnTo>
                        <a:pt x="0" y="299"/>
                      </a:lnTo>
                      <a:lnTo>
                        <a:pt x="112" y="156"/>
                      </a:lnTo>
                      <a:lnTo>
                        <a:pt x="0" y="0"/>
                      </a:lnTo>
                      <a:close/>
                    </a:path>
                  </a:pathLst>
                </a:custGeom>
                <a:solidFill>
                  <a:srgbClr val="F8472C"/>
                </a:solidFill>
                <a:ln w="0">
                  <a:noFill/>
                  <a:prstDash val="solid"/>
                  <a:round/>
                  <a:headEnd/>
                  <a:tailEnd/>
                </a:ln>
              </p:spPr>
              <p:txBody>
                <a:bodyPr vert="horz" wrap="square" lIns="68580" tIns="34290" rIns="68580" bIns="34290" numCol="1" anchor="ctr" anchorCtr="0" compatLnSpc="1">
                  <a:prstTxWarp prst="textNoShape">
                    <a:avLst/>
                  </a:prstTxWarp>
                </a:bodyPr>
                <a:lstStyle/>
                <a:p>
                  <a:pPr algn="ctr"/>
                  <a:r>
                    <a:rPr lang="en-US" sz="1050" b="1" dirty="0">
                      <a:solidFill>
                        <a:schemeClr val="bg1"/>
                      </a:solidFill>
                      <a:latin typeface="Roboto" panose="02000000000000000000" pitchFamily="2" charset="0"/>
                      <a:ea typeface="Roboto" panose="02000000000000000000" pitchFamily="2" charset="0"/>
                    </a:rPr>
                    <a:t>Sprint-1</a:t>
                  </a:r>
                </a:p>
              </p:txBody>
            </p:sp>
            <p:sp>
              <p:nvSpPr>
                <p:cNvPr id="40" name="Freeform 473">
                  <a:extLst>
                    <a:ext uri="{FF2B5EF4-FFF2-40B4-BE49-F238E27FC236}">
                      <a16:creationId xmlns:a16="http://schemas.microsoft.com/office/drawing/2014/main" id="{529D8E12-9893-2C57-680A-0D64C6173235}"/>
                    </a:ext>
                  </a:extLst>
                </p:cNvPr>
                <p:cNvSpPr>
                  <a:spLocks/>
                </p:cNvSpPr>
                <p:nvPr/>
              </p:nvSpPr>
              <p:spPr bwMode="auto">
                <a:xfrm>
                  <a:off x="1644926" y="3865549"/>
                  <a:ext cx="966145" cy="250990"/>
                </a:xfrm>
                <a:custGeom>
                  <a:avLst/>
                  <a:gdLst>
                    <a:gd name="T0" fmla="*/ 648 w 737"/>
                    <a:gd name="T1" fmla="*/ 0 h 219"/>
                    <a:gd name="T2" fmla="*/ 652 w 737"/>
                    <a:gd name="T3" fmla="*/ 0 h 219"/>
                    <a:gd name="T4" fmla="*/ 656 w 737"/>
                    <a:gd name="T5" fmla="*/ 2 h 219"/>
                    <a:gd name="T6" fmla="*/ 737 w 737"/>
                    <a:gd name="T7" fmla="*/ 107 h 219"/>
                    <a:gd name="T8" fmla="*/ 652 w 737"/>
                    <a:gd name="T9" fmla="*/ 219 h 219"/>
                    <a:gd name="T10" fmla="*/ 8 w 737"/>
                    <a:gd name="T11" fmla="*/ 219 h 219"/>
                    <a:gd name="T12" fmla="*/ 4 w 737"/>
                    <a:gd name="T13" fmla="*/ 217 h 219"/>
                    <a:gd name="T14" fmla="*/ 0 w 737"/>
                    <a:gd name="T15" fmla="*/ 215 h 219"/>
                    <a:gd name="T16" fmla="*/ 0 w 737"/>
                    <a:gd name="T17" fmla="*/ 211 h 219"/>
                    <a:gd name="T18" fmla="*/ 0 w 737"/>
                    <a:gd name="T19" fmla="*/ 207 h 219"/>
                    <a:gd name="T20" fmla="*/ 4 w 737"/>
                    <a:gd name="T21" fmla="*/ 203 h 219"/>
                    <a:gd name="T22" fmla="*/ 8 w 737"/>
                    <a:gd name="T23" fmla="*/ 203 h 219"/>
                    <a:gd name="T24" fmla="*/ 644 w 737"/>
                    <a:gd name="T25" fmla="*/ 203 h 219"/>
                    <a:gd name="T26" fmla="*/ 717 w 737"/>
                    <a:gd name="T27" fmla="*/ 107 h 219"/>
                    <a:gd name="T28" fmla="*/ 643 w 737"/>
                    <a:gd name="T29" fmla="*/ 12 h 219"/>
                    <a:gd name="T30" fmla="*/ 643 w 737"/>
                    <a:gd name="T31" fmla="*/ 8 h 219"/>
                    <a:gd name="T32" fmla="*/ 643 w 737"/>
                    <a:gd name="T33" fmla="*/ 4 h 219"/>
                    <a:gd name="T34" fmla="*/ 644 w 737"/>
                    <a:gd name="T35" fmla="*/ 0 h 219"/>
                    <a:gd name="T36" fmla="*/ 648 w 737"/>
                    <a:gd name="T3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7" h="219">
                      <a:moveTo>
                        <a:pt x="648" y="0"/>
                      </a:moveTo>
                      <a:lnTo>
                        <a:pt x="652" y="0"/>
                      </a:lnTo>
                      <a:lnTo>
                        <a:pt x="656" y="2"/>
                      </a:lnTo>
                      <a:lnTo>
                        <a:pt x="737" y="107"/>
                      </a:lnTo>
                      <a:lnTo>
                        <a:pt x="652" y="219"/>
                      </a:lnTo>
                      <a:lnTo>
                        <a:pt x="8" y="219"/>
                      </a:lnTo>
                      <a:lnTo>
                        <a:pt x="4" y="217"/>
                      </a:lnTo>
                      <a:lnTo>
                        <a:pt x="0" y="215"/>
                      </a:lnTo>
                      <a:lnTo>
                        <a:pt x="0" y="211"/>
                      </a:lnTo>
                      <a:lnTo>
                        <a:pt x="0" y="207"/>
                      </a:lnTo>
                      <a:lnTo>
                        <a:pt x="4" y="203"/>
                      </a:lnTo>
                      <a:lnTo>
                        <a:pt x="8" y="203"/>
                      </a:lnTo>
                      <a:lnTo>
                        <a:pt x="644" y="203"/>
                      </a:lnTo>
                      <a:lnTo>
                        <a:pt x="717" y="107"/>
                      </a:lnTo>
                      <a:lnTo>
                        <a:pt x="643" y="12"/>
                      </a:lnTo>
                      <a:lnTo>
                        <a:pt x="643" y="8"/>
                      </a:lnTo>
                      <a:lnTo>
                        <a:pt x="643" y="4"/>
                      </a:lnTo>
                      <a:lnTo>
                        <a:pt x="644" y="0"/>
                      </a:lnTo>
                      <a:lnTo>
                        <a:pt x="648" y="0"/>
                      </a:lnTo>
                      <a:close/>
                    </a:path>
                  </a:pathLst>
                </a:custGeom>
                <a:solidFill>
                  <a:srgbClr val="FFFFFF"/>
                </a:solidFill>
                <a:ln w="0">
                  <a:solidFill>
                    <a:srgbClr val="FFFFFF"/>
                  </a:solidFill>
                  <a:prstDash val="solid"/>
                  <a:round/>
                  <a:headEnd/>
                  <a:tailEnd/>
                </a:ln>
              </p:spPr>
              <p:txBody>
                <a:bodyPr vert="horz" wrap="square" lIns="68580" tIns="34290" rIns="68580" bIns="34290" numCol="1" anchor="ctr" anchorCtr="0" compatLnSpc="1">
                  <a:prstTxWarp prst="textNoShape">
                    <a:avLst/>
                  </a:prstTxWarp>
                </a:bodyPr>
                <a:lstStyle/>
                <a:p>
                  <a:endParaRPr lang="en-US" sz="1050" dirty="0"/>
                </a:p>
              </p:txBody>
            </p:sp>
          </p:grpSp>
          <p:grpSp>
            <p:nvGrpSpPr>
              <p:cNvPr id="12" name="Group 11">
                <a:extLst>
                  <a:ext uri="{FF2B5EF4-FFF2-40B4-BE49-F238E27FC236}">
                    <a16:creationId xmlns:a16="http://schemas.microsoft.com/office/drawing/2014/main" id="{D4AE4462-BDD9-9E4A-45D4-2234198F91F0}"/>
                  </a:ext>
                </a:extLst>
              </p:cNvPr>
              <p:cNvGrpSpPr/>
              <p:nvPr/>
            </p:nvGrpSpPr>
            <p:grpSpPr>
              <a:xfrm>
                <a:off x="3260241" y="3720146"/>
                <a:ext cx="1331394" cy="259049"/>
                <a:chOff x="4346988" y="3817195"/>
                <a:chExt cx="1775192" cy="345398"/>
              </a:xfrm>
            </p:grpSpPr>
            <p:sp>
              <p:nvSpPr>
                <p:cNvPr id="37" name="Freeform 584">
                  <a:extLst>
                    <a:ext uri="{FF2B5EF4-FFF2-40B4-BE49-F238E27FC236}">
                      <a16:creationId xmlns:a16="http://schemas.microsoft.com/office/drawing/2014/main" id="{8FBF7CB6-5CBF-4FE2-83D7-2192AC1CD8A3}"/>
                    </a:ext>
                  </a:extLst>
                </p:cNvPr>
                <p:cNvSpPr>
                  <a:spLocks/>
                </p:cNvSpPr>
                <p:nvPr/>
              </p:nvSpPr>
              <p:spPr bwMode="auto">
                <a:xfrm>
                  <a:off x="4346988" y="3817195"/>
                  <a:ext cx="1775192" cy="345398"/>
                </a:xfrm>
                <a:custGeom>
                  <a:avLst/>
                  <a:gdLst>
                    <a:gd name="T0" fmla="*/ 0 w 1358"/>
                    <a:gd name="T1" fmla="*/ 0 h 299"/>
                    <a:gd name="T2" fmla="*/ 1245 w 1358"/>
                    <a:gd name="T3" fmla="*/ 0 h 299"/>
                    <a:gd name="T4" fmla="*/ 1358 w 1358"/>
                    <a:gd name="T5" fmla="*/ 146 h 299"/>
                    <a:gd name="T6" fmla="*/ 1245 w 1358"/>
                    <a:gd name="T7" fmla="*/ 299 h 299"/>
                    <a:gd name="T8" fmla="*/ 0 w 1358"/>
                    <a:gd name="T9" fmla="*/ 299 h 299"/>
                    <a:gd name="T10" fmla="*/ 112 w 1358"/>
                    <a:gd name="T11" fmla="*/ 156 h 299"/>
                    <a:gd name="T12" fmla="*/ 0 w 1358"/>
                    <a:gd name="T13" fmla="*/ 0 h 299"/>
                  </a:gdLst>
                  <a:ahLst/>
                  <a:cxnLst>
                    <a:cxn ang="0">
                      <a:pos x="T0" y="T1"/>
                    </a:cxn>
                    <a:cxn ang="0">
                      <a:pos x="T2" y="T3"/>
                    </a:cxn>
                    <a:cxn ang="0">
                      <a:pos x="T4" y="T5"/>
                    </a:cxn>
                    <a:cxn ang="0">
                      <a:pos x="T6" y="T7"/>
                    </a:cxn>
                    <a:cxn ang="0">
                      <a:pos x="T8" y="T9"/>
                    </a:cxn>
                    <a:cxn ang="0">
                      <a:pos x="T10" y="T11"/>
                    </a:cxn>
                    <a:cxn ang="0">
                      <a:pos x="T12" y="T13"/>
                    </a:cxn>
                  </a:cxnLst>
                  <a:rect l="0" t="0" r="r" b="b"/>
                  <a:pathLst>
                    <a:path w="1358" h="299">
                      <a:moveTo>
                        <a:pt x="0" y="0"/>
                      </a:moveTo>
                      <a:lnTo>
                        <a:pt x="1245" y="0"/>
                      </a:lnTo>
                      <a:lnTo>
                        <a:pt x="1358" y="146"/>
                      </a:lnTo>
                      <a:lnTo>
                        <a:pt x="1245" y="299"/>
                      </a:lnTo>
                      <a:lnTo>
                        <a:pt x="0" y="299"/>
                      </a:lnTo>
                      <a:lnTo>
                        <a:pt x="112" y="156"/>
                      </a:lnTo>
                      <a:lnTo>
                        <a:pt x="0" y="0"/>
                      </a:lnTo>
                      <a:close/>
                    </a:path>
                  </a:pathLst>
                </a:custGeom>
                <a:solidFill>
                  <a:srgbClr val="F8472C"/>
                </a:solidFill>
                <a:ln w="0">
                  <a:noFill/>
                  <a:prstDash val="solid"/>
                  <a:round/>
                  <a:headEnd/>
                  <a:tailEnd/>
                </a:ln>
              </p:spPr>
              <p:txBody>
                <a:bodyPr vert="horz" wrap="square" lIns="68580" tIns="34290" rIns="68580" bIns="34290" numCol="1" anchor="ctr" anchorCtr="0" compatLnSpc="1">
                  <a:prstTxWarp prst="textNoShape">
                    <a:avLst/>
                  </a:prstTxWarp>
                </a:bodyPr>
                <a:lstStyle/>
                <a:p>
                  <a:pPr algn="ctr"/>
                  <a:r>
                    <a:rPr lang="en-US" sz="1050" b="1" dirty="0">
                      <a:solidFill>
                        <a:schemeClr val="bg1"/>
                      </a:solidFill>
                      <a:latin typeface="Roboto" panose="02000000000000000000" pitchFamily="2" charset="0"/>
                      <a:ea typeface="Roboto" panose="02000000000000000000" pitchFamily="2" charset="0"/>
                    </a:rPr>
                    <a:t>Sprint-3</a:t>
                  </a:r>
                </a:p>
              </p:txBody>
            </p:sp>
            <p:sp>
              <p:nvSpPr>
                <p:cNvPr id="38" name="Freeform 585">
                  <a:extLst>
                    <a:ext uri="{FF2B5EF4-FFF2-40B4-BE49-F238E27FC236}">
                      <a16:creationId xmlns:a16="http://schemas.microsoft.com/office/drawing/2014/main" id="{AAC8B1B7-2993-A1DD-A626-FC8FD5740F6D}"/>
                    </a:ext>
                  </a:extLst>
                </p:cNvPr>
                <p:cNvSpPr>
                  <a:spLocks/>
                </p:cNvSpPr>
                <p:nvPr/>
              </p:nvSpPr>
              <p:spPr bwMode="auto">
                <a:xfrm>
                  <a:off x="5093199" y="3865549"/>
                  <a:ext cx="966145" cy="250990"/>
                </a:xfrm>
                <a:custGeom>
                  <a:avLst/>
                  <a:gdLst>
                    <a:gd name="T0" fmla="*/ 649 w 737"/>
                    <a:gd name="T1" fmla="*/ 0 h 219"/>
                    <a:gd name="T2" fmla="*/ 653 w 737"/>
                    <a:gd name="T3" fmla="*/ 0 h 219"/>
                    <a:gd name="T4" fmla="*/ 657 w 737"/>
                    <a:gd name="T5" fmla="*/ 2 h 219"/>
                    <a:gd name="T6" fmla="*/ 737 w 737"/>
                    <a:gd name="T7" fmla="*/ 107 h 219"/>
                    <a:gd name="T8" fmla="*/ 653 w 737"/>
                    <a:gd name="T9" fmla="*/ 219 h 219"/>
                    <a:gd name="T10" fmla="*/ 8 w 737"/>
                    <a:gd name="T11" fmla="*/ 219 h 219"/>
                    <a:gd name="T12" fmla="*/ 4 w 737"/>
                    <a:gd name="T13" fmla="*/ 217 h 219"/>
                    <a:gd name="T14" fmla="*/ 0 w 737"/>
                    <a:gd name="T15" fmla="*/ 215 h 219"/>
                    <a:gd name="T16" fmla="*/ 0 w 737"/>
                    <a:gd name="T17" fmla="*/ 211 h 219"/>
                    <a:gd name="T18" fmla="*/ 0 w 737"/>
                    <a:gd name="T19" fmla="*/ 207 h 219"/>
                    <a:gd name="T20" fmla="*/ 4 w 737"/>
                    <a:gd name="T21" fmla="*/ 203 h 219"/>
                    <a:gd name="T22" fmla="*/ 8 w 737"/>
                    <a:gd name="T23" fmla="*/ 203 h 219"/>
                    <a:gd name="T24" fmla="*/ 645 w 737"/>
                    <a:gd name="T25" fmla="*/ 203 h 219"/>
                    <a:gd name="T26" fmla="*/ 718 w 737"/>
                    <a:gd name="T27" fmla="*/ 107 h 219"/>
                    <a:gd name="T28" fmla="*/ 643 w 737"/>
                    <a:gd name="T29" fmla="*/ 12 h 219"/>
                    <a:gd name="T30" fmla="*/ 643 w 737"/>
                    <a:gd name="T31" fmla="*/ 8 h 219"/>
                    <a:gd name="T32" fmla="*/ 643 w 737"/>
                    <a:gd name="T33" fmla="*/ 4 h 219"/>
                    <a:gd name="T34" fmla="*/ 645 w 737"/>
                    <a:gd name="T35" fmla="*/ 0 h 219"/>
                    <a:gd name="T36" fmla="*/ 649 w 737"/>
                    <a:gd name="T3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7" h="219">
                      <a:moveTo>
                        <a:pt x="649" y="0"/>
                      </a:moveTo>
                      <a:lnTo>
                        <a:pt x="653" y="0"/>
                      </a:lnTo>
                      <a:lnTo>
                        <a:pt x="657" y="2"/>
                      </a:lnTo>
                      <a:lnTo>
                        <a:pt x="737" y="107"/>
                      </a:lnTo>
                      <a:lnTo>
                        <a:pt x="653" y="219"/>
                      </a:lnTo>
                      <a:lnTo>
                        <a:pt x="8" y="219"/>
                      </a:lnTo>
                      <a:lnTo>
                        <a:pt x="4" y="217"/>
                      </a:lnTo>
                      <a:lnTo>
                        <a:pt x="0" y="215"/>
                      </a:lnTo>
                      <a:lnTo>
                        <a:pt x="0" y="211"/>
                      </a:lnTo>
                      <a:lnTo>
                        <a:pt x="0" y="207"/>
                      </a:lnTo>
                      <a:lnTo>
                        <a:pt x="4" y="203"/>
                      </a:lnTo>
                      <a:lnTo>
                        <a:pt x="8" y="203"/>
                      </a:lnTo>
                      <a:lnTo>
                        <a:pt x="645" y="203"/>
                      </a:lnTo>
                      <a:lnTo>
                        <a:pt x="718" y="107"/>
                      </a:lnTo>
                      <a:lnTo>
                        <a:pt x="643" y="12"/>
                      </a:lnTo>
                      <a:lnTo>
                        <a:pt x="643" y="8"/>
                      </a:lnTo>
                      <a:lnTo>
                        <a:pt x="643" y="4"/>
                      </a:lnTo>
                      <a:lnTo>
                        <a:pt x="645" y="0"/>
                      </a:lnTo>
                      <a:lnTo>
                        <a:pt x="649" y="0"/>
                      </a:lnTo>
                      <a:close/>
                    </a:path>
                  </a:pathLst>
                </a:custGeom>
                <a:solidFill>
                  <a:srgbClr val="FFFFFF"/>
                </a:solidFill>
                <a:ln w="0">
                  <a:solidFill>
                    <a:srgbClr val="FFFFFF"/>
                  </a:solidFill>
                  <a:prstDash val="solid"/>
                  <a:round/>
                  <a:headEnd/>
                  <a:tailEnd/>
                </a:ln>
              </p:spPr>
              <p:txBody>
                <a:bodyPr vert="horz" wrap="square" lIns="68580" tIns="34290" rIns="68580" bIns="34290" numCol="1" anchor="ctr" anchorCtr="0" compatLnSpc="1">
                  <a:prstTxWarp prst="textNoShape">
                    <a:avLst/>
                  </a:prstTxWarp>
                </a:bodyPr>
                <a:lstStyle/>
                <a:p>
                  <a:endParaRPr lang="en-US" sz="1050" dirty="0"/>
                </a:p>
              </p:txBody>
            </p:sp>
          </p:grpSp>
          <p:sp>
            <p:nvSpPr>
              <p:cNvPr id="36" name="Freeform 159">
                <a:extLst>
                  <a:ext uri="{FF2B5EF4-FFF2-40B4-BE49-F238E27FC236}">
                    <a16:creationId xmlns:a16="http://schemas.microsoft.com/office/drawing/2014/main" id="{25767F3A-9883-21BF-158B-5ACAD1D916D5}"/>
                  </a:ext>
                </a:extLst>
              </p:cNvPr>
              <p:cNvSpPr>
                <a:spLocks/>
              </p:cNvSpPr>
              <p:nvPr/>
            </p:nvSpPr>
            <p:spPr bwMode="auto">
              <a:xfrm>
                <a:off x="6396287" y="3756412"/>
                <a:ext cx="724609" cy="188243"/>
              </a:xfrm>
              <a:custGeom>
                <a:avLst/>
                <a:gdLst>
                  <a:gd name="T0" fmla="*/ 650 w 737"/>
                  <a:gd name="T1" fmla="*/ 0 h 219"/>
                  <a:gd name="T2" fmla="*/ 654 w 737"/>
                  <a:gd name="T3" fmla="*/ 0 h 219"/>
                  <a:gd name="T4" fmla="*/ 656 w 737"/>
                  <a:gd name="T5" fmla="*/ 2 h 219"/>
                  <a:gd name="T6" fmla="*/ 737 w 737"/>
                  <a:gd name="T7" fmla="*/ 107 h 219"/>
                  <a:gd name="T8" fmla="*/ 654 w 737"/>
                  <a:gd name="T9" fmla="*/ 219 h 219"/>
                  <a:gd name="T10" fmla="*/ 8 w 737"/>
                  <a:gd name="T11" fmla="*/ 219 h 219"/>
                  <a:gd name="T12" fmla="*/ 4 w 737"/>
                  <a:gd name="T13" fmla="*/ 217 h 219"/>
                  <a:gd name="T14" fmla="*/ 2 w 737"/>
                  <a:gd name="T15" fmla="*/ 215 h 219"/>
                  <a:gd name="T16" fmla="*/ 0 w 737"/>
                  <a:gd name="T17" fmla="*/ 211 h 219"/>
                  <a:gd name="T18" fmla="*/ 2 w 737"/>
                  <a:gd name="T19" fmla="*/ 207 h 219"/>
                  <a:gd name="T20" fmla="*/ 4 w 737"/>
                  <a:gd name="T21" fmla="*/ 203 h 219"/>
                  <a:gd name="T22" fmla="*/ 8 w 737"/>
                  <a:gd name="T23" fmla="*/ 203 h 219"/>
                  <a:gd name="T24" fmla="*/ 646 w 737"/>
                  <a:gd name="T25" fmla="*/ 203 h 219"/>
                  <a:gd name="T26" fmla="*/ 717 w 737"/>
                  <a:gd name="T27" fmla="*/ 107 h 219"/>
                  <a:gd name="T28" fmla="*/ 644 w 737"/>
                  <a:gd name="T29" fmla="*/ 12 h 219"/>
                  <a:gd name="T30" fmla="*/ 642 w 737"/>
                  <a:gd name="T31" fmla="*/ 8 h 219"/>
                  <a:gd name="T32" fmla="*/ 642 w 737"/>
                  <a:gd name="T33" fmla="*/ 4 h 219"/>
                  <a:gd name="T34" fmla="*/ 646 w 737"/>
                  <a:gd name="T35" fmla="*/ 0 h 219"/>
                  <a:gd name="T36" fmla="*/ 650 w 737"/>
                  <a:gd name="T3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7" h="219">
                    <a:moveTo>
                      <a:pt x="650" y="0"/>
                    </a:moveTo>
                    <a:lnTo>
                      <a:pt x="654" y="0"/>
                    </a:lnTo>
                    <a:lnTo>
                      <a:pt x="656" y="2"/>
                    </a:lnTo>
                    <a:lnTo>
                      <a:pt x="737" y="107"/>
                    </a:lnTo>
                    <a:lnTo>
                      <a:pt x="654" y="219"/>
                    </a:lnTo>
                    <a:lnTo>
                      <a:pt x="8" y="219"/>
                    </a:lnTo>
                    <a:lnTo>
                      <a:pt x="4" y="217"/>
                    </a:lnTo>
                    <a:lnTo>
                      <a:pt x="2" y="215"/>
                    </a:lnTo>
                    <a:lnTo>
                      <a:pt x="0" y="211"/>
                    </a:lnTo>
                    <a:lnTo>
                      <a:pt x="2" y="207"/>
                    </a:lnTo>
                    <a:lnTo>
                      <a:pt x="4" y="203"/>
                    </a:lnTo>
                    <a:lnTo>
                      <a:pt x="8" y="203"/>
                    </a:lnTo>
                    <a:lnTo>
                      <a:pt x="646" y="203"/>
                    </a:lnTo>
                    <a:lnTo>
                      <a:pt x="717" y="107"/>
                    </a:lnTo>
                    <a:lnTo>
                      <a:pt x="644" y="12"/>
                    </a:lnTo>
                    <a:lnTo>
                      <a:pt x="642" y="8"/>
                    </a:lnTo>
                    <a:lnTo>
                      <a:pt x="642" y="4"/>
                    </a:lnTo>
                    <a:lnTo>
                      <a:pt x="646" y="0"/>
                    </a:lnTo>
                    <a:lnTo>
                      <a:pt x="650" y="0"/>
                    </a:lnTo>
                    <a:close/>
                  </a:path>
                </a:pathLst>
              </a:custGeom>
              <a:solidFill>
                <a:schemeClr val="accent5"/>
              </a:solidFill>
              <a:ln w="0">
                <a:solidFill>
                  <a:srgbClr val="FFFFFF"/>
                </a:solidFill>
                <a:prstDash val="solid"/>
                <a:round/>
                <a:headEnd/>
                <a:tailEnd/>
              </a:ln>
            </p:spPr>
            <p:txBody>
              <a:bodyPr vert="horz" wrap="square" lIns="68580" tIns="34290" rIns="68580" bIns="34290" numCol="1" anchor="ctr" anchorCtr="0" compatLnSpc="1">
                <a:prstTxWarp prst="textNoShape">
                  <a:avLst/>
                </a:prstTxWarp>
              </a:bodyPr>
              <a:lstStyle/>
              <a:p>
                <a:endParaRPr lang="en-US" sz="1050" dirty="0"/>
              </a:p>
            </p:txBody>
          </p:sp>
          <p:cxnSp>
            <p:nvCxnSpPr>
              <p:cNvPr id="15" name="Straight Connector 14">
                <a:extLst>
                  <a:ext uri="{FF2B5EF4-FFF2-40B4-BE49-F238E27FC236}">
                    <a16:creationId xmlns:a16="http://schemas.microsoft.com/office/drawing/2014/main" id="{FEE52779-7E66-D615-EB7F-1DEE64A4E13A}"/>
                  </a:ext>
                </a:extLst>
              </p:cNvPr>
              <p:cNvCxnSpPr/>
              <p:nvPr/>
            </p:nvCxnSpPr>
            <p:spPr>
              <a:xfrm>
                <a:off x="1344008" y="3137734"/>
                <a:ext cx="0" cy="487680"/>
              </a:xfrm>
              <a:prstGeom prst="line">
                <a:avLst/>
              </a:prstGeom>
              <a:ln w="38100">
                <a:solidFill>
                  <a:srgbClr val="F8472C"/>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69AC2E1-9620-3668-86C7-3FD2A035C79C}"/>
                  </a:ext>
                </a:extLst>
              </p:cNvPr>
              <p:cNvCxnSpPr/>
              <p:nvPr/>
            </p:nvCxnSpPr>
            <p:spPr>
              <a:xfrm flipV="1">
                <a:off x="2631854" y="4061488"/>
                <a:ext cx="0" cy="48768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23" name="Footer Text">
                <a:extLst>
                  <a:ext uri="{FF2B5EF4-FFF2-40B4-BE49-F238E27FC236}">
                    <a16:creationId xmlns:a16="http://schemas.microsoft.com/office/drawing/2014/main" id="{15EE1536-95FA-674A-76BA-1721390F2F44}"/>
                  </a:ext>
                </a:extLst>
              </p:cNvPr>
              <p:cNvSpPr txBox="1"/>
              <p:nvPr/>
            </p:nvSpPr>
            <p:spPr>
              <a:xfrm>
                <a:off x="672074" y="4102827"/>
                <a:ext cx="1311761" cy="374022"/>
              </a:xfrm>
              <a:prstGeom prst="rect">
                <a:avLst/>
              </a:prstGeom>
              <a:noFill/>
            </p:spPr>
            <p:txBody>
              <a:bodyPr wrap="square" lIns="0" tIns="0" rIns="0" bIns="0" rtlCol="0">
                <a:spAutoFit/>
              </a:bodyPr>
              <a:lstStyle/>
              <a:p>
                <a:r>
                  <a:rPr lang="en-US" sz="1000" b="1" dirty="0">
                    <a:solidFill>
                      <a:schemeClr val="bg2"/>
                    </a:solidFill>
                    <a:latin typeface="Roboto" panose="02000000000000000000" pitchFamily="2" charset="0"/>
                    <a:ea typeface="Roboto" panose="02000000000000000000" pitchFamily="2" charset="0"/>
                  </a:rPr>
                  <a:t>Project Setup, Requirement Gathering and Solution Analysis</a:t>
                </a:r>
                <a:endParaRPr lang="en-US" sz="600" b="1" dirty="0">
                  <a:solidFill>
                    <a:schemeClr val="bg2"/>
                  </a:solidFill>
                  <a:latin typeface="Roboto" panose="02000000000000000000" pitchFamily="2" charset="0"/>
                  <a:ea typeface="Roboto" panose="02000000000000000000" pitchFamily="2" charset="0"/>
                </a:endParaRPr>
              </a:p>
            </p:txBody>
          </p:sp>
          <p:sp>
            <p:nvSpPr>
              <p:cNvPr id="27" name="Oval 26">
                <a:extLst>
                  <a:ext uri="{FF2B5EF4-FFF2-40B4-BE49-F238E27FC236}">
                    <a16:creationId xmlns:a16="http://schemas.microsoft.com/office/drawing/2014/main" id="{62418084-EEB1-275C-F618-C3D240575170}"/>
                  </a:ext>
                </a:extLst>
              </p:cNvPr>
              <p:cNvSpPr/>
              <p:nvPr/>
            </p:nvSpPr>
            <p:spPr>
              <a:xfrm>
                <a:off x="901265" y="2172757"/>
                <a:ext cx="870245" cy="870245"/>
              </a:xfrm>
              <a:prstGeom prst="ellipse">
                <a:avLst/>
              </a:prstGeom>
              <a:solidFill>
                <a:schemeClr val="accent1">
                  <a:lumMod val="20000"/>
                  <a:lumOff val="80000"/>
                  <a:alpha val="0"/>
                </a:schemeClr>
              </a:solidFill>
              <a:ln w="38100">
                <a:solidFill>
                  <a:srgbClr val="F847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chemeClr val="tx1"/>
                    </a:solidFill>
                  </a:rPr>
                  <a:t>4 Weeks</a:t>
                </a:r>
              </a:p>
            </p:txBody>
          </p:sp>
          <p:sp>
            <p:nvSpPr>
              <p:cNvPr id="28" name="Oval 27">
                <a:extLst>
                  <a:ext uri="{FF2B5EF4-FFF2-40B4-BE49-F238E27FC236}">
                    <a16:creationId xmlns:a16="http://schemas.microsoft.com/office/drawing/2014/main" id="{37BC8745-7608-8359-43AC-D3441CDD7DCE}"/>
                  </a:ext>
                </a:extLst>
              </p:cNvPr>
              <p:cNvSpPr/>
              <p:nvPr/>
            </p:nvSpPr>
            <p:spPr>
              <a:xfrm rot="10800000" flipV="1">
                <a:off x="2196732" y="4661068"/>
                <a:ext cx="870245" cy="870245"/>
              </a:xfrm>
              <a:prstGeom prst="ellipse">
                <a:avLst/>
              </a:prstGeom>
              <a:solidFill>
                <a:schemeClr val="bg2">
                  <a:alpha val="0"/>
                </a:schemeClr>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chemeClr val="tx1"/>
                    </a:solidFill>
                  </a:rPr>
                  <a:t>4 Weeks</a:t>
                </a:r>
              </a:p>
            </p:txBody>
          </p:sp>
          <p:sp>
            <p:nvSpPr>
              <p:cNvPr id="29" name="Oval 28">
                <a:extLst>
                  <a:ext uri="{FF2B5EF4-FFF2-40B4-BE49-F238E27FC236}">
                    <a16:creationId xmlns:a16="http://schemas.microsoft.com/office/drawing/2014/main" id="{93377B34-C5E0-0793-A4D6-710A5A232453}"/>
                  </a:ext>
                </a:extLst>
              </p:cNvPr>
              <p:cNvSpPr/>
              <p:nvPr/>
            </p:nvSpPr>
            <p:spPr>
              <a:xfrm rot="10800000" flipV="1">
                <a:off x="4783919" y="4661068"/>
                <a:ext cx="870245" cy="870245"/>
              </a:xfrm>
              <a:prstGeom prst="ellipse">
                <a:avLst/>
              </a:prstGeom>
              <a:solidFill>
                <a:schemeClr val="accent1">
                  <a:lumMod val="20000"/>
                  <a:lumOff val="80000"/>
                  <a:alpha val="0"/>
                </a:schemeClr>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chemeClr val="tx1"/>
                    </a:solidFill>
                  </a:rPr>
                  <a:t>3 Weeks</a:t>
                </a:r>
              </a:p>
            </p:txBody>
          </p:sp>
          <p:sp>
            <p:nvSpPr>
              <p:cNvPr id="30" name="Oval 29">
                <a:extLst>
                  <a:ext uri="{FF2B5EF4-FFF2-40B4-BE49-F238E27FC236}">
                    <a16:creationId xmlns:a16="http://schemas.microsoft.com/office/drawing/2014/main" id="{61459C4B-FE1D-AFD4-5908-3F3B1EB097ED}"/>
                  </a:ext>
                </a:extLst>
              </p:cNvPr>
              <p:cNvSpPr/>
              <p:nvPr/>
            </p:nvSpPr>
            <p:spPr>
              <a:xfrm>
                <a:off x="3490816" y="2172757"/>
                <a:ext cx="870245" cy="870245"/>
              </a:xfrm>
              <a:prstGeom prst="ellipse">
                <a:avLst/>
              </a:prstGeom>
              <a:solidFill>
                <a:schemeClr val="accent1">
                  <a:lumMod val="20000"/>
                  <a:lumOff val="80000"/>
                  <a:alpha val="0"/>
                </a:schemeClr>
              </a:solidFill>
              <a:ln w="38100">
                <a:solidFill>
                  <a:srgbClr val="F847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chemeClr val="tx1"/>
                    </a:solidFill>
                  </a:rPr>
                  <a:t>3 Weeks</a:t>
                </a:r>
              </a:p>
            </p:txBody>
          </p:sp>
          <p:sp>
            <p:nvSpPr>
              <p:cNvPr id="31" name="Oval 30">
                <a:extLst>
                  <a:ext uri="{FF2B5EF4-FFF2-40B4-BE49-F238E27FC236}">
                    <a16:creationId xmlns:a16="http://schemas.microsoft.com/office/drawing/2014/main" id="{285A3FE7-575B-1F79-1295-1229782EE8FE}"/>
                  </a:ext>
                </a:extLst>
              </p:cNvPr>
              <p:cNvSpPr/>
              <p:nvPr/>
            </p:nvSpPr>
            <p:spPr>
              <a:xfrm>
                <a:off x="6068185" y="2172757"/>
                <a:ext cx="870245" cy="870245"/>
              </a:xfrm>
              <a:prstGeom prst="ellipse">
                <a:avLst/>
              </a:prstGeom>
              <a:solidFill>
                <a:schemeClr val="accent1">
                  <a:lumMod val="20000"/>
                  <a:lumOff val="80000"/>
                  <a:alpha val="0"/>
                </a:schemeClr>
              </a:solidFill>
              <a:ln w="38100">
                <a:solidFill>
                  <a:srgbClr val="F847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chemeClr val="tx1"/>
                    </a:solidFill>
                  </a:rPr>
                  <a:t>1 Weeks</a:t>
                </a:r>
              </a:p>
            </p:txBody>
          </p:sp>
        </p:grpSp>
        <p:cxnSp>
          <p:nvCxnSpPr>
            <p:cNvPr id="55" name="Straight Connector 54">
              <a:extLst>
                <a:ext uri="{FF2B5EF4-FFF2-40B4-BE49-F238E27FC236}">
                  <a16:creationId xmlns:a16="http://schemas.microsoft.com/office/drawing/2014/main" id="{C97128BF-D925-0E22-89E2-629C2DC69778}"/>
                </a:ext>
              </a:extLst>
            </p:cNvPr>
            <p:cNvCxnSpPr/>
            <p:nvPr/>
          </p:nvCxnSpPr>
          <p:spPr>
            <a:xfrm>
              <a:off x="4741542" y="2567077"/>
              <a:ext cx="0" cy="487680"/>
            </a:xfrm>
            <a:prstGeom prst="line">
              <a:avLst/>
            </a:prstGeom>
            <a:ln w="38100">
              <a:solidFill>
                <a:srgbClr val="F8472C"/>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693596D-4824-AA1A-93EA-A9067DB7E00C}"/>
                </a:ext>
              </a:extLst>
            </p:cNvPr>
            <p:cNvCxnSpPr/>
            <p:nvPr/>
          </p:nvCxnSpPr>
          <p:spPr>
            <a:xfrm flipV="1">
              <a:off x="6234087" y="3532170"/>
              <a:ext cx="0" cy="48768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0CF17EB-FFBC-C6D3-BF51-B876BA598C12}"/>
                </a:ext>
              </a:extLst>
            </p:cNvPr>
            <p:cNvCxnSpPr/>
            <p:nvPr/>
          </p:nvCxnSpPr>
          <p:spPr>
            <a:xfrm>
              <a:off x="7725493" y="2567077"/>
              <a:ext cx="0" cy="487680"/>
            </a:xfrm>
            <a:prstGeom prst="line">
              <a:avLst/>
            </a:prstGeom>
            <a:ln w="38100">
              <a:solidFill>
                <a:srgbClr val="F8472C"/>
              </a:solidFill>
            </a:ln>
          </p:spPr>
          <p:style>
            <a:lnRef idx="1">
              <a:schemeClr val="accent1"/>
            </a:lnRef>
            <a:fillRef idx="0">
              <a:schemeClr val="accent1"/>
            </a:fillRef>
            <a:effectRef idx="0">
              <a:schemeClr val="accent1"/>
            </a:effectRef>
            <a:fontRef idx="minor">
              <a:schemeClr val="tx1"/>
            </a:fontRef>
          </p:style>
        </p:cxnSp>
        <p:sp>
          <p:nvSpPr>
            <p:cNvPr id="88" name="Freeform 584">
              <a:extLst>
                <a:ext uri="{FF2B5EF4-FFF2-40B4-BE49-F238E27FC236}">
                  <a16:creationId xmlns:a16="http://schemas.microsoft.com/office/drawing/2014/main" id="{6FECB98D-35ED-C6D4-84C4-B7D8308E3AD4}"/>
                </a:ext>
              </a:extLst>
            </p:cNvPr>
            <p:cNvSpPr>
              <a:spLocks/>
            </p:cNvSpPr>
            <p:nvPr/>
          </p:nvSpPr>
          <p:spPr bwMode="auto">
            <a:xfrm>
              <a:off x="6962740" y="3149488"/>
              <a:ext cx="1541422" cy="259049"/>
            </a:xfrm>
            <a:custGeom>
              <a:avLst/>
              <a:gdLst>
                <a:gd name="T0" fmla="*/ 0 w 1358"/>
                <a:gd name="T1" fmla="*/ 0 h 299"/>
                <a:gd name="T2" fmla="*/ 1245 w 1358"/>
                <a:gd name="T3" fmla="*/ 0 h 299"/>
                <a:gd name="T4" fmla="*/ 1358 w 1358"/>
                <a:gd name="T5" fmla="*/ 146 h 299"/>
                <a:gd name="T6" fmla="*/ 1245 w 1358"/>
                <a:gd name="T7" fmla="*/ 299 h 299"/>
                <a:gd name="T8" fmla="*/ 0 w 1358"/>
                <a:gd name="T9" fmla="*/ 299 h 299"/>
                <a:gd name="T10" fmla="*/ 112 w 1358"/>
                <a:gd name="T11" fmla="*/ 156 h 299"/>
                <a:gd name="T12" fmla="*/ 0 w 1358"/>
                <a:gd name="T13" fmla="*/ 0 h 299"/>
              </a:gdLst>
              <a:ahLst/>
              <a:cxnLst>
                <a:cxn ang="0">
                  <a:pos x="T0" y="T1"/>
                </a:cxn>
                <a:cxn ang="0">
                  <a:pos x="T2" y="T3"/>
                </a:cxn>
                <a:cxn ang="0">
                  <a:pos x="T4" y="T5"/>
                </a:cxn>
                <a:cxn ang="0">
                  <a:pos x="T6" y="T7"/>
                </a:cxn>
                <a:cxn ang="0">
                  <a:pos x="T8" y="T9"/>
                </a:cxn>
                <a:cxn ang="0">
                  <a:pos x="T10" y="T11"/>
                </a:cxn>
                <a:cxn ang="0">
                  <a:pos x="T12" y="T13"/>
                </a:cxn>
              </a:cxnLst>
              <a:rect l="0" t="0" r="r" b="b"/>
              <a:pathLst>
                <a:path w="1358" h="299">
                  <a:moveTo>
                    <a:pt x="0" y="0"/>
                  </a:moveTo>
                  <a:lnTo>
                    <a:pt x="1245" y="0"/>
                  </a:lnTo>
                  <a:lnTo>
                    <a:pt x="1358" y="146"/>
                  </a:lnTo>
                  <a:lnTo>
                    <a:pt x="1245" y="299"/>
                  </a:lnTo>
                  <a:lnTo>
                    <a:pt x="0" y="299"/>
                  </a:lnTo>
                  <a:lnTo>
                    <a:pt x="112" y="156"/>
                  </a:lnTo>
                  <a:lnTo>
                    <a:pt x="0" y="0"/>
                  </a:lnTo>
                  <a:close/>
                </a:path>
              </a:pathLst>
            </a:custGeom>
            <a:solidFill>
              <a:srgbClr val="F8472C"/>
            </a:solidFill>
            <a:ln w="0">
              <a:noFill/>
              <a:prstDash val="solid"/>
              <a:round/>
              <a:headEnd/>
              <a:tailEnd/>
            </a:ln>
          </p:spPr>
          <p:txBody>
            <a:bodyPr vert="horz" wrap="square" lIns="68580" tIns="34290" rIns="68580" bIns="34290" numCol="1" anchor="ctr" anchorCtr="0" compatLnSpc="1">
              <a:prstTxWarp prst="textNoShape">
                <a:avLst/>
              </a:prstTxWarp>
            </a:bodyPr>
            <a:lstStyle/>
            <a:p>
              <a:pPr algn="ctr"/>
              <a:r>
                <a:rPr lang="en-US" sz="1050" b="1" dirty="0">
                  <a:solidFill>
                    <a:schemeClr val="bg1"/>
                  </a:solidFill>
                  <a:latin typeface="Roboto" panose="02000000000000000000" pitchFamily="2" charset="0"/>
                  <a:ea typeface="Roboto" panose="02000000000000000000" pitchFamily="2" charset="0"/>
                </a:rPr>
                <a:t>Sprint-5</a:t>
              </a:r>
            </a:p>
          </p:txBody>
        </p:sp>
        <p:sp>
          <p:nvSpPr>
            <p:cNvPr id="89" name="TextBox 88">
              <a:extLst>
                <a:ext uri="{FF2B5EF4-FFF2-40B4-BE49-F238E27FC236}">
                  <a16:creationId xmlns:a16="http://schemas.microsoft.com/office/drawing/2014/main" id="{B40EAFB0-DEA6-E1E1-D43B-EDC605239BFC}"/>
                </a:ext>
              </a:extLst>
            </p:cNvPr>
            <p:cNvSpPr txBox="1"/>
            <p:nvPr/>
          </p:nvSpPr>
          <p:spPr>
            <a:xfrm>
              <a:off x="7861738" y="3352800"/>
              <a:ext cx="184731" cy="369332"/>
            </a:xfrm>
            <a:prstGeom prst="rect">
              <a:avLst/>
            </a:prstGeom>
            <a:noFill/>
          </p:spPr>
          <p:txBody>
            <a:bodyPr wrap="none" rtlCol="0">
              <a:spAutoFit/>
            </a:bodyPr>
            <a:lstStyle/>
            <a:p>
              <a:endParaRPr lang="en-PK" dirty="0"/>
            </a:p>
          </p:txBody>
        </p:sp>
        <p:sp>
          <p:nvSpPr>
            <p:cNvPr id="93" name="Footer Text">
              <a:extLst>
                <a:ext uri="{FF2B5EF4-FFF2-40B4-BE49-F238E27FC236}">
                  <a16:creationId xmlns:a16="http://schemas.microsoft.com/office/drawing/2014/main" id="{4E8030A4-9C1D-29EA-7FC4-1B8E221C9106}"/>
                </a:ext>
              </a:extLst>
            </p:cNvPr>
            <p:cNvSpPr txBox="1"/>
            <p:nvPr/>
          </p:nvSpPr>
          <p:spPr>
            <a:xfrm>
              <a:off x="2493074" y="2506156"/>
              <a:ext cx="1432065" cy="249348"/>
            </a:xfrm>
            <a:prstGeom prst="rect">
              <a:avLst/>
            </a:prstGeom>
            <a:noFill/>
          </p:spPr>
          <p:txBody>
            <a:bodyPr wrap="square" lIns="0" tIns="0" rIns="0" bIns="0" rtlCol="0">
              <a:spAutoFit/>
            </a:bodyPr>
            <a:lstStyle/>
            <a:p>
              <a:r>
                <a:rPr lang="en-US" sz="1000" b="1" dirty="0">
                  <a:solidFill>
                    <a:schemeClr val="bg2"/>
                  </a:solidFill>
                  <a:latin typeface="Roboto" panose="02000000000000000000" pitchFamily="2" charset="0"/>
                  <a:ea typeface="Roboto" panose="02000000000000000000" pitchFamily="2" charset="0"/>
                </a:rPr>
                <a:t>Sprint 2 Tasks as represented on Trello Board</a:t>
              </a:r>
              <a:endParaRPr lang="en-US" sz="600" b="1" dirty="0">
                <a:solidFill>
                  <a:schemeClr val="bg2"/>
                </a:solidFill>
                <a:latin typeface="Roboto" panose="02000000000000000000" pitchFamily="2" charset="0"/>
                <a:ea typeface="Roboto" panose="02000000000000000000" pitchFamily="2" charset="0"/>
              </a:endParaRPr>
            </a:p>
          </p:txBody>
        </p:sp>
        <p:sp>
          <p:nvSpPr>
            <p:cNvPr id="94" name="Footer Text">
              <a:extLst>
                <a:ext uri="{FF2B5EF4-FFF2-40B4-BE49-F238E27FC236}">
                  <a16:creationId xmlns:a16="http://schemas.microsoft.com/office/drawing/2014/main" id="{591709C5-3C99-3F42-7F51-0940B2A756E2}"/>
                </a:ext>
              </a:extLst>
            </p:cNvPr>
            <p:cNvSpPr txBox="1"/>
            <p:nvPr/>
          </p:nvSpPr>
          <p:spPr>
            <a:xfrm>
              <a:off x="3925139" y="3533663"/>
              <a:ext cx="1541421" cy="411423"/>
            </a:xfrm>
            <a:prstGeom prst="rect">
              <a:avLst/>
            </a:prstGeom>
            <a:noFill/>
          </p:spPr>
          <p:txBody>
            <a:bodyPr wrap="square" lIns="0" tIns="0" rIns="0" bIns="0" rtlCol="0">
              <a:spAutoFit/>
            </a:bodyPr>
            <a:lstStyle/>
            <a:p>
              <a:r>
                <a:rPr lang="en-US" sz="1100" b="1" dirty="0">
                  <a:solidFill>
                    <a:schemeClr val="bg2"/>
                  </a:solidFill>
                  <a:latin typeface="Roboto" panose="02000000000000000000" pitchFamily="2" charset="0"/>
                  <a:ea typeface="Roboto" panose="02000000000000000000" pitchFamily="2" charset="0"/>
                </a:rPr>
                <a:t>Sprint 3 Tasks as represented on Trello Board</a:t>
              </a:r>
              <a:endParaRPr lang="en-US" sz="800" b="1" dirty="0">
                <a:solidFill>
                  <a:schemeClr val="bg2"/>
                </a:solidFill>
                <a:latin typeface="Roboto" panose="02000000000000000000" pitchFamily="2" charset="0"/>
                <a:ea typeface="Roboto" panose="02000000000000000000" pitchFamily="2" charset="0"/>
              </a:endParaRPr>
            </a:p>
          </p:txBody>
        </p:sp>
        <p:sp>
          <p:nvSpPr>
            <p:cNvPr id="95" name="Footer Text">
              <a:extLst>
                <a:ext uri="{FF2B5EF4-FFF2-40B4-BE49-F238E27FC236}">
                  <a16:creationId xmlns:a16="http://schemas.microsoft.com/office/drawing/2014/main" id="{F4E70D79-479F-993C-4847-D299C8E10AD0}"/>
                </a:ext>
              </a:extLst>
            </p:cNvPr>
            <p:cNvSpPr txBox="1"/>
            <p:nvPr/>
          </p:nvSpPr>
          <p:spPr>
            <a:xfrm>
              <a:off x="5466560" y="2734004"/>
              <a:ext cx="1541421" cy="411423"/>
            </a:xfrm>
            <a:prstGeom prst="rect">
              <a:avLst/>
            </a:prstGeom>
            <a:noFill/>
          </p:spPr>
          <p:txBody>
            <a:bodyPr wrap="square" lIns="0" tIns="0" rIns="0" bIns="0" rtlCol="0">
              <a:spAutoFit/>
            </a:bodyPr>
            <a:lstStyle/>
            <a:p>
              <a:r>
                <a:rPr lang="en-US" sz="1100" b="1" dirty="0">
                  <a:solidFill>
                    <a:schemeClr val="bg2"/>
                  </a:solidFill>
                  <a:latin typeface="Roboto" panose="02000000000000000000" pitchFamily="2" charset="0"/>
                  <a:ea typeface="Roboto" panose="02000000000000000000" pitchFamily="2" charset="0"/>
                </a:rPr>
                <a:t>Sprint 4 Tasks as represented on Trello Board</a:t>
              </a:r>
              <a:endParaRPr lang="en-US" sz="800" b="1" dirty="0">
                <a:solidFill>
                  <a:schemeClr val="bg2"/>
                </a:solidFill>
                <a:latin typeface="Roboto" panose="02000000000000000000" pitchFamily="2" charset="0"/>
                <a:ea typeface="Roboto" panose="02000000000000000000" pitchFamily="2" charset="0"/>
              </a:endParaRPr>
            </a:p>
          </p:txBody>
        </p:sp>
        <p:sp>
          <p:nvSpPr>
            <p:cNvPr id="96" name="Footer Text">
              <a:extLst>
                <a:ext uri="{FF2B5EF4-FFF2-40B4-BE49-F238E27FC236}">
                  <a16:creationId xmlns:a16="http://schemas.microsoft.com/office/drawing/2014/main" id="{B73A9066-3C40-4B76-5540-ACF3D5111FD5}"/>
                </a:ext>
              </a:extLst>
            </p:cNvPr>
            <p:cNvSpPr txBox="1"/>
            <p:nvPr/>
          </p:nvSpPr>
          <p:spPr>
            <a:xfrm>
              <a:off x="7007981" y="3534747"/>
              <a:ext cx="1541421" cy="274282"/>
            </a:xfrm>
            <a:prstGeom prst="rect">
              <a:avLst/>
            </a:prstGeom>
            <a:noFill/>
          </p:spPr>
          <p:txBody>
            <a:bodyPr wrap="square" lIns="0" tIns="0" rIns="0" bIns="0" rtlCol="0">
              <a:spAutoFit/>
            </a:bodyPr>
            <a:lstStyle/>
            <a:p>
              <a:r>
                <a:rPr lang="en-US" sz="1100" b="1" dirty="0">
                  <a:solidFill>
                    <a:schemeClr val="bg2"/>
                  </a:solidFill>
                  <a:latin typeface="Roboto" panose="02000000000000000000" pitchFamily="2" charset="0"/>
                  <a:ea typeface="Roboto" panose="02000000000000000000" pitchFamily="2" charset="0"/>
                </a:rPr>
                <a:t>SIT, Corner Cases, Full Production rollout</a:t>
              </a:r>
              <a:endParaRPr lang="en-US" sz="800" b="1" dirty="0">
                <a:solidFill>
                  <a:schemeClr val="bg2"/>
                </a:solidFill>
                <a:latin typeface="Roboto" panose="02000000000000000000" pitchFamily="2" charset="0"/>
                <a:ea typeface="Roboto" panose="02000000000000000000" pitchFamily="2" charset="0"/>
              </a:endParaRPr>
            </a:p>
          </p:txBody>
        </p:sp>
      </p:grpSp>
      <p:pic>
        <p:nvPicPr>
          <p:cNvPr id="99" name="Picture 98" descr="Icon&#10;&#10;Description automatically generated">
            <a:extLst>
              <a:ext uri="{FF2B5EF4-FFF2-40B4-BE49-F238E27FC236}">
                <a16:creationId xmlns:a16="http://schemas.microsoft.com/office/drawing/2014/main" id="{15862E4E-C35B-BE74-076C-16B83E9EA16D}"/>
              </a:ext>
            </a:extLst>
          </p:cNvPr>
          <p:cNvPicPr>
            <a:picLocks noChangeAspect="1"/>
          </p:cNvPicPr>
          <p:nvPr/>
        </p:nvPicPr>
        <p:blipFill>
          <a:blip r:embed="rId2"/>
          <a:stretch>
            <a:fillRect/>
          </a:stretch>
        </p:blipFill>
        <p:spPr>
          <a:xfrm>
            <a:off x="11080065" y="151079"/>
            <a:ext cx="736656" cy="870547"/>
          </a:xfrm>
          <a:prstGeom prst="rect">
            <a:avLst/>
          </a:prstGeom>
        </p:spPr>
      </p:pic>
      <p:sp>
        <p:nvSpPr>
          <p:cNvPr id="46" name="Freeform 159">
            <a:extLst>
              <a:ext uri="{FF2B5EF4-FFF2-40B4-BE49-F238E27FC236}">
                <a16:creationId xmlns:a16="http://schemas.microsoft.com/office/drawing/2014/main" id="{FE28E44B-4172-9952-4B8D-EECEA98AD424}"/>
              </a:ext>
            </a:extLst>
          </p:cNvPr>
          <p:cNvSpPr>
            <a:spLocks/>
          </p:cNvSpPr>
          <p:nvPr/>
        </p:nvSpPr>
        <p:spPr bwMode="auto">
          <a:xfrm>
            <a:off x="8178666" y="3568722"/>
            <a:ext cx="941350" cy="232353"/>
          </a:xfrm>
          <a:custGeom>
            <a:avLst/>
            <a:gdLst>
              <a:gd name="T0" fmla="*/ 650 w 737"/>
              <a:gd name="T1" fmla="*/ 0 h 219"/>
              <a:gd name="T2" fmla="*/ 654 w 737"/>
              <a:gd name="T3" fmla="*/ 0 h 219"/>
              <a:gd name="T4" fmla="*/ 656 w 737"/>
              <a:gd name="T5" fmla="*/ 2 h 219"/>
              <a:gd name="T6" fmla="*/ 737 w 737"/>
              <a:gd name="T7" fmla="*/ 107 h 219"/>
              <a:gd name="T8" fmla="*/ 654 w 737"/>
              <a:gd name="T9" fmla="*/ 219 h 219"/>
              <a:gd name="T10" fmla="*/ 8 w 737"/>
              <a:gd name="T11" fmla="*/ 219 h 219"/>
              <a:gd name="T12" fmla="*/ 4 w 737"/>
              <a:gd name="T13" fmla="*/ 217 h 219"/>
              <a:gd name="T14" fmla="*/ 2 w 737"/>
              <a:gd name="T15" fmla="*/ 215 h 219"/>
              <a:gd name="T16" fmla="*/ 0 w 737"/>
              <a:gd name="T17" fmla="*/ 211 h 219"/>
              <a:gd name="T18" fmla="*/ 2 w 737"/>
              <a:gd name="T19" fmla="*/ 207 h 219"/>
              <a:gd name="T20" fmla="*/ 4 w 737"/>
              <a:gd name="T21" fmla="*/ 203 h 219"/>
              <a:gd name="T22" fmla="*/ 8 w 737"/>
              <a:gd name="T23" fmla="*/ 203 h 219"/>
              <a:gd name="T24" fmla="*/ 646 w 737"/>
              <a:gd name="T25" fmla="*/ 203 h 219"/>
              <a:gd name="T26" fmla="*/ 717 w 737"/>
              <a:gd name="T27" fmla="*/ 107 h 219"/>
              <a:gd name="T28" fmla="*/ 644 w 737"/>
              <a:gd name="T29" fmla="*/ 12 h 219"/>
              <a:gd name="T30" fmla="*/ 642 w 737"/>
              <a:gd name="T31" fmla="*/ 8 h 219"/>
              <a:gd name="T32" fmla="*/ 642 w 737"/>
              <a:gd name="T33" fmla="*/ 4 h 219"/>
              <a:gd name="T34" fmla="*/ 646 w 737"/>
              <a:gd name="T35" fmla="*/ 0 h 219"/>
              <a:gd name="T36" fmla="*/ 650 w 737"/>
              <a:gd name="T3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7" h="219">
                <a:moveTo>
                  <a:pt x="650" y="0"/>
                </a:moveTo>
                <a:lnTo>
                  <a:pt x="654" y="0"/>
                </a:lnTo>
                <a:lnTo>
                  <a:pt x="656" y="2"/>
                </a:lnTo>
                <a:lnTo>
                  <a:pt x="737" y="107"/>
                </a:lnTo>
                <a:lnTo>
                  <a:pt x="654" y="219"/>
                </a:lnTo>
                <a:lnTo>
                  <a:pt x="8" y="219"/>
                </a:lnTo>
                <a:lnTo>
                  <a:pt x="4" y="217"/>
                </a:lnTo>
                <a:lnTo>
                  <a:pt x="2" y="215"/>
                </a:lnTo>
                <a:lnTo>
                  <a:pt x="0" y="211"/>
                </a:lnTo>
                <a:lnTo>
                  <a:pt x="2" y="207"/>
                </a:lnTo>
                <a:lnTo>
                  <a:pt x="4" y="203"/>
                </a:lnTo>
                <a:lnTo>
                  <a:pt x="8" y="203"/>
                </a:lnTo>
                <a:lnTo>
                  <a:pt x="646" y="203"/>
                </a:lnTo>
                <a:lnTo>
                  <a:pt x="717" y="107"/>
                </a:lnTo>
                <a:lnTo>
                  <a:pt x="644" y="12"/>
                </a:lnTo>
                <a:lnTo>
                  <a:pt x="642" y="8"/>
                </a:lnTo>
                <a:lnTo>
                  <a:pt x="642" y="4"/>
                </a:lnTo>
                <a:lnTo>
                  <a:pt x="646" y="0"/>
                </a:lnTo>
                <a:lnTo>
                  <a:pt x="650" y="0"/>
                </a:lnTo>
                <a:close/>
              </a:path>
            </a:pathLst>
          </a:custGeom>
          <a:solidFill>
            <a:srgbClr val="FFFFFF"/>
          </a:solidFill>
          <a:ln w="0">
            <a:solidFill>
              <a:srgbClr val="FFFFFF"/>
            </a:solidFill>
            <a:prstDash val="solid"/>
            <a:round/>
            <a:headEnd/>
            <a:tailEnd/>
          </a:ln>
        </p:spPr>
        <p:txBody>
          <a:bodyPr vert="horz" wrap="square" lIns="68580" tIns="34290" rIns="68580" bIns="34290" numCol="1" anchor="ctr" anchorCtr="0" compatLnSpc="1">
            <a:prstTxWarp prst="textNoShape">
              <a:avLst/>
            </a:prstTxWarp>
          </a:bodyPr>
          <a:lstStyle/>
          <a:p>
            <a:endParaRPr lang="en-US" sz="1050" dirty="0"/>
          </a:p>
        </p:txBody>
      </p:sp>
    </p:spTree>
    <p:extLst>
      <p:ext uri="{BB962C8B-B14F-4D97-AF65-F5344CB8AC3E}">
        <p14:creationId xmlns:p14="http://schemas.microsoft.com/office/powerpoint/2010/main" val="2882640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09C6A-6E35-402A-4ECB-393A895AC026}"/>
              </a:ext>
            </a:extLst>
          </p:cNvPr>
          <p:cNvSpPr>
            <a:spLocks noGrp="1"/>
          </p:cNvSpPr>
          <p:nvPr>
            <p:ph type="title"/>
          </p:nvPr>
        </p:nvSpPr>
        <p:spPr/>
        <p:txBody>
          <a:bodyPr/>
          <a:lstStyle/>
          <a:p>
            <a:r>
              <a:rPr lang="en" dirty="0">
                <a:latin typeface="Nunito ExtraBold"/>
                <a:ea typeface="Nunito ExtraBold"/>
                <a:cs typeface="Nunito ExtraBold"/>
                <a:sym typeface="Nunito ExtraBold"/>
              </a:rPr>
              <a:t>Tentative Sprints </a:t>
            </a:r>
            <a:r>
              <a:rPr lang="en" sz="3200" dirty="0">
                <a:solidFill>
                  <a:srgbClr val="F8482C"/>
                </a:solidFill>
                <a:latin typeface="Nunito ExtraBold"/>
                <a:cs typeface="Nunito ExtraBold"/>
                <a:sym typeface="Nunito ExtraBold"/>
              </a:rPr>
              <a:t>Plan (10 Weeks)</a:t>
            </a:r>
            <a:r>
              <a:rPr lang="en" dirty="0">
                <a:solidFill>
                  <a:srgbClr val="F8482C"/>
                </a:solidFill>
                <a:latin typeface="Nunito ExtraBold"/>
                <a:ea typeface="Nunito ExtraBold"/>
                <a:cs typeface="Nunito ExtraBold"/>
                <a:sym typeface="Nunito ExtraBold"/>
              </a:rPr>
              <a:t> </a:t>
            </a:r>
            <a:endParaRPr lang="en-PK" dirty="0"/>
          </a:p>
        </p:txBody>
      </p:sp>
      <p:pic>
        <p:nvPicPr>
          <p:cNvPr id="99" name="Picture 98" descr="Icon&#10;&#10;Description automatically generated">
            <a:extLst>
              <a:ext uri="{FF2B5EF4-FFF2-40B4-BE49-F238E27FC236}">
                <a16:creationId xmlns:a16="http://schemas.microsoft.com/office/drawing/2014/main" id="{15862E4E-C35B-BE74-076C-16B83E9EA16D}"/>
              </a:ext>
            </a:extLst>
          </p:cNvPr>
          <p:cNvPicPr>
            <a:picLocks noChangeAspect="1"/>
          </p:cNvPicPr>
          <p:nvPr/>
        </p:nvPicPr>
        <p:blipFill>
          <a:blip r:embed="rId2"/>
          <a:stretch>
            <a:fillRect/>
          </a:stretch>
        </p:blipFill>
        <p:spPr>
          <a:xfrm>
            <a:off x="11080065" y="151079"/>
            <a:ext cx="736656" cy="870547"/>
          </a:xfrm>
          <a:prstGeom prst="rect">
            <a:avLst/>
          </a:prstGeom>
        </p:spPr>
      </p:pic>
      <p:grpSp>
        <p:nvGrpSpPr>
          <p:cNvPr id="3" name="Group 2">
            <a:extLst>
              <a:ext uri="{FF2B5EF4-FFF2-40B4-BE49-F238E27FC236}">
                <a16:creationId xmlns:a16="http://schemas.microsoft.com/office/drawing/2014/main" id="{A851CF28-7CAC-0BEC-D87A-2CA75AF2CEE8}"/>
              </a:ext>
            </a:extLst>
          </p:cNvPr>
          <p:cNvGrpSpPr/>
          <p:nvPr/>
        </p:nvGrpSpPr>
        <p:grpSpPr>
          <a:xfrm>
            <a:off x="724394" y="1574696"/>
            <a:ext cx="7935612" cy="4145557"/>
            <a:chOff x="724394" y="1574696"/>
            <a:chExt cx="7935612" cy="4145557"/>
          </a:xfrm>
        </p:grpSpPr>
        <p:grpSp>
          <p:nvGrpSpPr>
            <p:cNvPr id="98" name="Group 97">
              <a:extLst>
                <a:ext uri="{FF2B5EF4-FFF2-40B4-BE49-F238E27FC236}">
                  <a16:creationId xmlns:a16="http://schemas.microsoft.com/office/drawing/2014/main" id="{37C7653F-E056-8070-02C0-FA6BE71D242D}"/>
                </a:ext>
              </a:extLst>
            </p:cNvPr>
            <p:cNvGrpSpPr/>
            <p:nvPr/>
          </p:nvGrpSpPr>
          <p:grpSpPr>
            <a:xfrm>
              <a:off x="724394" y="1574696"/>
              <a:ext cx="7935612" cy="4145557"/>
              <a:chOff x="974380" y="1602100"/>
              <a:chExt cx="7072089" cy="3358556"/>
            </a:xfrm>
          </p:grpSpPr>
          <p:grpSp>
            <p:nvGrpSpPr>
              <p:cNvPr id="8" name="Group 7">
                <a:extLst>
                  <a:ext uri="{FF2B5EF4-FFF2-40B4-BE49-F238E27FC236}">
                    <a16:creationId xmlns:a16="http://schemas.microsoft.com/office/drawing/2014/main" id="{F2AC15FC-82BE-276C-97B3-1CA497F5ED98}"/>
                  </a:ext>
                </a:extLst>
              </p:cNvPr>
              <p:cNvGrpSpPr/>
              <p:nvPr/>
            </p:nvGrpSpPr>
            <p:grpSpPr>
              <a:xfrm>
                <a:off x="974380" y="1602100"/>
                <a:ext cx="6031556" cy="3358556"/>
                <a:chOff x="672074" y="2172757"/>
                <a:chExt cx="5209720" cy="3358556"/>
              </a:xfrm>
            </p:grpSpPr>
            <p:grpSp>
              <p:nvGrpSpPr>
                <p:cNvPr id="9" name="Group 8">
                  <a:extLst>
                    <a:ext uri="{FF2B5EF4-FFF2-40B4-BE49-F238E27FC236}">
                      <a16:creationId xmlns:a16="http://schemas.microsoft.com/office/drawing/2014/main" id="{785C5ECA-1DF4-D7C3-92FC-F1426FCC7AED}"/>
                    </a:ext>
                  </a:extLst>
                </p:cNvPr>
                <p:cNvGrpSpPr/>
                <p:nvPr/>
              </p:nvGrpSpPr>
              <p:grpSpPr>
                <a:xfrm>
                  <a:off x="4548435" y="3720146"/>
                  <a:ext cx="1333359" cy="259049"/>
                  <a:chOff x="6064580" y="3817195"/>
                  <a:chExt cx="1777812" cy="345398"/>
                </a:xfrm>
              </p:grpSpPr>
              <p:sp>
                <p:nvSpPr>
                  <p:cNvPr id="43" name="Freeform 158">
                    <a:extLst>
                      <a:ext uri="{FF2B5EF4-FFF2-40B4-BE49-F238E27FC236}">
                        <a16:creationId xmlns:a16="http://schemas.microsoft.com/office/drawing/2014/main" id="{5EB847FB-7B2F-3F33-E12A-40E2E4E02ABC}"/>
                      </a:ext>
                    </a:extLst>
                  </p:cNvPr>
                  <p:cNvSpPr>
                    <a:spLocks/>
                  </p:cNvSpPr>
                  <p:nvPr/>
                </p:nvSpPr>
                <p:spPr bwMode="auto">
                  <a:xfrm>
                    <a:off x="6064580" y="3817195"/>
                    <a:ext cx="1777812" cy="345398"/>
                  </a:xfrm>
                  <a:custGeom>
                    <a:avLst/>
                    <a:gdLst>
                      <a:gd name="T0" fmla="*/ 0 w 1360"/>
                      <a:gd name="T1" fmla="*/ 0 h 299"/>
                      <a:gd name="T2" fmla="*/ 1245 w 1360"/>
                      <a:gd name="T3" fmla="*/ 0 h 299"/>
                      <a:gd name="T4" fmla="*/ 1360 w 1360"/>
                      <a:gd name="T5" fmla="*/ 146 h 299"/>
                      <a:gd name="T6" fmla="*/ 1245 w 1360"/>
                      <a:gd name="T7" fmla="*/ 299 h 299"/>
                      <a:gd name="T8" fmla="*/ 0 w 1360"/>
                      <a:gd name="T9" fmla="*/ 299 h 299"/>
                      <a:gd name="T10" fmla="*/ 115 w 1360"/>
                      <a:gd name="T11" fmla="*/ 156 h 299"/>
                      <a:gd name="T12" fmla="*/ 0 w 1360"/>
                      <a:gd name="T13" fmla="*/ 0 h 299"/>
                    </a:gdLst>
                    <a:ahLst/>
                    <a:cxnLst>
                      <a:cxn ang="0">
                        <a:pos x="T0" y="T1"/>
                      </a:cxn>
                      <a:cxn ang="0">
                        <a:pos x="T2" y="T3"/>
                      </a:cxn>
                      <a:cxn ang="0">
                        <a:pos x="T4" y="T5"/>
                      </a:cxn>
                      <a:cxn ang="0">
                        <a:pos x="T6" y="T7"/>
                      </a:cxn>
                      <a:cxn ang="0">
                        <a:pos x="T8" y="T9"/>
                      </a:cxn>
                      <a:cxn ang="0">
                        <a:pos x="T10" y="T11"/>
                      </a:cxn>
                      <a:cxn ang="0">
                        <a:pos x="T12" y="T13"/>
                      </a:cxn>
                    </a:cxnLst>
                    <a:rect l="0" t="0" r="r" b="b"/>
                    <a:pathLst>
                      <a:path w="1360" h="299">
                        <a:moveTo>
                          <a:pt x="0" y="0"/>
                        </a:moveTo>
                        <a:lnTo>
                          <a:pt x="1245" y="0"/>
                        </a:lnTo>
                        <a:lnTo>
                          <a:pt x="1360" y="146"/>
                        </a:lnTo>
                        <a:lnTo>
                          <a:pt x="1245" y="299"/>
                        </a:lnTo>
                        <a:lnTo>
                          <a:pt x="0" y="299"/>
                        </a:lnTo>
                        <a:lnTo>
                          <a:pt x="115" y="156"/>
                        </a:lnTo>
                        <a:lnTo>
                          <a:pt x="0" y="0"/>
                        </a:lnTo>
                        <a:close/>
                      </a:path>
                    </a:pathLst>
                  </a:custGeom>
                  <a:solidFill>
                    <a:schemeClr val="tx1"/>
                  </a:solidFill>
                  <a:ln w="0">
                    <a:noFill/>
                    <a:prstDash val="solid"/>
                    <a:round/>
                    <a:headEnd/>
                    <a:tailEnd/>
                  </a:ln>
                </p:spPr>
                <p:txBody>
                  <a:bodyPr vert="horz" wrap="square" lIns="68580" tIns="34290" rIns="68580" bIns="34290" numCol="1" anchor="ctr" anchorCtr="0" compatLnSpc="1">
                    <a:prstTxWarp prst="textNoShape">
                      <a:avLst/>
                    </a:prstTxWarp>
                  </a:bodyPr>
                  <a:lstStyle/>
                  <a:p>
                    <a:pPr algn="ctr"/>
                    <a:r>
                      <a:rPr lang="en-US" sz="1050" b="1" dirty="0">
                        <a:solidFill>
                          <a:schemeClr val="bg1"/>
                        </a:solidFill>
                        <a:latin typeface="Neue Haas Grotesk Text Pro"/>
                        <a:ea typeface="Roboto"/>
                      </a:rPr>
                      <a:t>Post MVP</a:t>
                    </a:r>
                  </a:p>
                </p:txBody>
              </p:sp>
              <p:sp>
                <p:nvSpPr>
                  <p:cNvPr id="44" name="Freeform 159">
                    <a:extLst>
                      <a:ext uri="{FF2B5EF4-FFF2-40B4-BE49-F238E27FC236}">
                        <a16:creationId xmlns:a16="http://schemas.microsoft.com/office/drawing/2014/main" id="{35E62BF1-4C39-2F3A-E27D-C86BA7A8666A}"/>
                      </a:ext>
                    </a:extLst>
                  </p:cNvPr>
                  <p:cNvSpPr>
                    <a:spLocks/>
                  </p:cNvSpPr>
                  <p:nvPr/>
                </p:nvSpPr>
                <p:spPr bwMode="auto">
                  <a:xfrm>
                    <a:off x="6816025" y="3865549"/>
                    <a:ext cx="966145" cy="250990"/>
                  </a:xfrm>
                  <a:custGeom>
                    <a:avLst/>
                    <a:gdLst>
                      <a:gd name="T0" fmla="*/ 650 w 737"/>
                      <a:gd name="T1" fmla="*/ 0 h 219"/>
                      <a:gd name="T2" fmla="*/ 654 w 737"/>
                      <a:gd name="T3" fmla="*/ 0 h 219"/>
                      <a:gd name="T4" fmla="*/ 656 w 737"/>
                      <a:gd name="T5" fmla="*/ 2 h 219"/>
                      <a:gd name="T6" fmla="*/ 737 w 737"/>
                      <a:gd name="T7" fmla="*/ 107 h 219"/>
                      <a:gd name="T8" fmla="*/ 654 w 737"/>
                      <a:gd name="T9" fmla="*/ 219 h 219"/>
                      <a:gd name="T10" fmla="*/ 8 w 737"/>
                      <a:gd name="T11" fmla="*/ 219 h 219"/>
                      <a:gd name="T12" fmla="*/ 4 w 737"/>
                      <a:gd name="T13" fmla="*/ 217 h 219"/>
                      <a:gd name="T14" fmla="*/ 2 w 737"/>
                      <a:gd name="T15" fmla="*/ 215 h 219"/>
                      <a:gd name="T16" fmla="*/ 0 w 737"/>
                      <a:gd name="T17" fmla="*/ 211 h 219"/>
                      <a:gd name="T18" fmla="*/ 2 w 737"/>
                      <a:gd name="T19" fmla="*/ 207 h 219"/>
                      <a:gd name="T20" fmla="*/ 4 w 737"/>
                      <a:gd name="T21" fmla="*/ 203 h 219"/>
                      <a:gd name="T22" fmla="*/ 8 w 737"/>
                      <a:gd name="T23" fmla="*/ 203 h 219"/>
                      <a:gd name="T24" fmla="*/ 646 w 737"/>
                      <a:gd name="T25" fmla="*/ 203 h 219"/>
                      <a:gd name="T26" fmla="*/ 717 w 737"/>
                      <a:gd name="T27" fmla="*/ 107 h 219"/>
                      <a:gd name="T28" fmla="*/ 644 w 737"/>
                      <a:gd name="T29" fmla="*/ 12 h 219"/>
                      <a:gd name="T30" fmla="*/ 642 w 737"/>
                      <a:gd name="T31" fmla="*/ 8 h 219"/>
                      <a:gd name="T32" fmla="*/ 642 w 737"/>
                      <a:gd name="T33" fmla="*/ 4 h 219"/>
                      <a:gd name="T34" fmla="*/ 646 w 737"/>
                      <a:gd name="T35" fmla="*/ 0 h 219"/>
                      <a:gd name="T36" fmla="*/ 650 w 737"/>
                      <a:gd name="T3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7" h="219">
                        <a:moveTo>
                          <a:pt x="650" y="0"/>
                        </a:moveTo>
                        <a:lnTo>
                          <a:pt x="654" y="0"/>
                        </a:lnTo>
                        <a:lnTo>
                          <a:pt x="656" y="2"/>
                        </a:lnTo>
                        <a:lnTo>
                          <a:pt x="737" y="107"/>
                        </a:lnTo>
                        <a:lnTo>
                          <a:pt x="654" y="219"/>
                        </a:lnTo>
                        <a:lnTo>
                          <a:pt x="8" y="219"/>
                        </a:lnTo>
                        <a:lnTo>
                          <a:pt x="4" y="217"/>
                        </a:lnTo>
                        <a:lnTo>
                          <a:pt x="2" y="215"/>
                        </a:lnTo>
                        <a:lnTo>
                          <a:pt x="0" y="211"/>
                        </a:lnTo>
                        <a:lnTo>
                          <a:pt x="2" y="207"/>
                        </a:lnTo>
                        <a:lnTo>
                          <a:pt x="4" y="203"/>
                        </a:lnTo>
                        <a:lnTo>
                          <a:pt x="8" y="203"/>
                        </a:lnTo>
                        <a:lnTo>
                          <a:pt x="646" y="203"/>
                        </a:lnTo>
                        <a:lnTo>
                          <a:pt x="717" y="107"/>
                        </a:lnTo>
                        <a:lnTo>
                          <a:pt x="644" y="12"/>
                        </a:lnTo>
                        <a:lnTo>
                          <a:pt x="642" y="8"/>
                        </a:lnTo>
                        <a:lnTo>
                          <a:pt x="642" y="4"/>
                        </a:lnTo>
                        <a:lnTo>
                          <a:pt x="646" y="0"/>
                        </a:lnTo>
                        <a:lnTo>
                          <a:pt x="650" y="0"/>
                        </a:lnTo>
                        <a:close/>
                      </a:path>
                    </a:pathLst>
                  </a:custGeom>
                  <a:solidFill>
                    <a:srgbClr val="FFFFFF"/>
                  </a:solidFill>
                  <a:ln w="0">
                    <a:solidFill>
                      <a:srgbClr val="FFFFFF"/>
                    </a:solidFill>
                    <a:prstDash val="solid"/>
                    <a:round/>
                    <a:headEnd/>
                    <a:tailEnd/>
                  </a:ln>
                </p:spPr>
                <p:txBody>
                  <a:bodyPr vert="horz" wrap="square" lIns="68580" tIns="34290" rIns="68580" bIns="34290" numCol="1" anchor="ctr" anchorCtr="0" compatLnSpc="1">
                    <a:prstTxWarp prst="textNoShape">
                      <a:avLst/>
                    </a:prstTxWarp>
                  </a:bodyPr>
                  <a:lstStyle/>
                  <a:p>
                    <a:endParaRPr lang="en-US" sz="1050" dirty="0"/>
                  </a:p>
                </p:txBody>
              </p:sp>
            </p:grpSp>
            <p:grpSp>
              <p:nvGrpSpPr>
                <p:cNvPr id="10" name="Group 9">
                  <a:extLst>
                    <a:ext uri="{FF2B5EF4-FFF2-40B4-BE49-F238E27FC236}">
                      <a16:creationId xmlns:a16="http://schemas.microsoft.com/office/drawing/2014/main" id="{010C7D44-5340-720E-AA44-CCF45E4DD434}"/>
                    </a:ext>
                  </a:extLst>
                </p:cNvPr>
                <p:cNvGrpSpPr/>
                <p:nvPr/>
              </p:nvGrpSpPr>
              <p:grpSpPr>
                <a:xfrm>
                  <a:off x="1964194" y="3720146"/>
                  <a:ext cx="1335321" cy="259049"/>
                  <a:chOff x="2618925" y="3817195"/>
                  <a:chExt cx="1780428" cy="345398"/>
                </a:xfrm>
              </p:grpSpPr>
              <p:sp>
                <p:nvSpPr>
                  <p:cNvPr id="41" name="Freeform 360">
                    <a:extLst>
                      <a:ext uri="{FF2B5EF4-FFF2-40B4-BE49-F238E27FC236}">
                        <a16:creationId xmlns:a16="http://schemas.microsoft.com/office/drawing/2014/main" id="{9043256F-D714-EAA1-3637-E5CC8FB1E163}"/>
                      </a:ext>
                    </a:extLst>
                  </p:cNvPr>
                  <p:cNvSpPr>
                    <a:spLocks/>
                  </p:cNvSpPr>
                  <p:nvPr/>
                </p:nvSpPr>
                <p:spPr bwMode="auto">
                  <a:xfrm>
                    <a:off x="2618925" y="3817195"/>
                    <a:ext cx="1780428" cy="345398"/>
                  </a:xfrm>
                  <a:custGeom>
                    <a:avLst/>
                    <a:gdLst>
                      <a:gd name="T0" fmla="*/ 0 w 1359"/>
                      <a:gd name="T1" fmla="*/ 0 h 299"/>
                      <a:gd name="T2" fmla="*/ 1245 w 1359"/>
                      <a:gd name="T3" fmla="*/ 0 h 299"/>
                      <a:gd name="T4" fmla="*/ 1359 w 1359"/>
                      <a:gd name="T5" fmla="*/ 146 h 299"/>
                      <a:gd name="T6" fmla="*/ 1245 w 1359"/>
                      <a:gd name="T7" fmla="*/ 299 h 299"/>
                      <a:gd name="T8" fmla="*/ 0 w 1359"/>
                      <a:gd name="T9" fmla="*/ 299 h 299"/>
                      <a:gd name="T10" fmla="*/ 114 w 1359"/>
                      <a:gd name="T11" fmla="*/ 156 h 299"/>
                      <a:gd name="T12" fmla="*/ 0 w 1359"/>
                      <a:gd name="T13" fmla="*/ 0 h 299"/>
                    </a:gdLst>
                    <a:ahLst/>
                    <a:cxnLst>
                      <a:cxn ang="0">
                        <a:pos x="T0" y="T1"/>
                      </a:cxn>
                      <a:cxn ang="0">
                        <a:pos x="T2" y="T3"/>
                      </a:cxn>
                      <a:cxn ang="0">
                        <a:pos x="T4" y="T5"/>
                      </a:cxn>
                      <a:cxn ang="0">
                        <a:pos x="T6" y="T7"/>
                      </a:cxn>
                      <a:cxn ang="0">
                        <a:pos x="T8" y="T9"/>
                      </a:cxn>
                      <a:cxn ang="0">
                        <a:pos x="T10" y="T11"/>
                      </a:cxn>
                      <a:cxn ang="0">
                        <a:pos x="T12" y="T13"/>
                      </a:cxn>
                    </a:cxnLst>
                    <a:rect l="0" t="0" r="r" b="b"/>
                    <a:pathLst>
                      <a:path w="1359" h="299">
                        <a:moveTo>
                          <a:pt x="0" y="0"/>
                        </a:moveTo>
                        <a:lnTo>
                          <a:pt x="1245" y="0"/>
                        </a:lnTo>
                        <a:lnTo>
                          <a:pt x="1359" y="146"/>
                        </a:lnTo>
                        <a:lnTo>
                          <a:pt x="1245" y="299"/>
                        </a:lnTo>
                        <a:lnTo>
                          <a:pt x="0" y="299"/>
                        </a:lnTo>
                        <a:lnTo>
                          <a:pt x="114" y="156"/>
                        </a:lnTo>
                        <a:lnTo>
                          <a:pt x="0" y="0"/>
                        </a:lnTo>
                        <a:close/>
                      </a:path>
                    </a:pathLst>
                  </a:custGeom>
                  <a:solidFill>
                    <a:schemeClr val="tx1"/>
                  </a:solidFill>
                  <a:ln w="0">
                    <a:solidFill>
                      <a:srgbClr val="FFFFFF"/>
                    </a:solidFill>
                    <a:prstDash val="solid"/>
                    <a:round/>
                    <a:headEnd/>
                    <a:tailEnd/>
                  </a:ln>
                </p:spPr>
                <p:txBody>
                  <a:bodyPr vert="horz" wrap="square" lIns="68580" tIns="34290" rIns="68580" bIns="34290" numCol="1" anchor="ctr" anchorCtr="0" compatLnSpc="1">
                    <a:prstTxWarp prst="textNoShape">
                      <a:avLst/>
                    </a:prstTxWarp>
                  </a:bodyPr>
                  <a:lstStyle/>
                  <a:p>
                    <a:pPr algn="ctr"/>
                    <a:r>
                      <a:rPr lang="en-US" sz="1050" b="1" dirty="0">
                        <a:solidFill>
                          <a:schemeClr val="bg1"/>
                        </a:solidFill>
                        <a:latin typeface="Neue Haas Grotesk Text Pro"/>
                        <a:ea typeface="Roboto"/>
                      </a:rPr>
                      <a:t>Sprint 2 … n</a:t>
                    </a:r>
                  </a:p>
                </p:txBody>
              </p:sp>
              <p:sp>
                <p:nvSpPr>
                  <p:cNvPr id="42" name="Freeform 361">
                    <a:extLst>
                      <a:ext uri="{FF2B5EF4-FFF2-40B4-BE49-F238E27FC236}">
                        <a16:creationId xmlns:a16="http://schemas.microsoft.com/office/drawing/2014/main" id="{4E97664F-8541-1B87-B923-9D617050172C}"/>
                      </a:ext>
                    </a:extLst>
                  </p:cNvPr>
                  <p:cNvSpPr>
                    <a:spLocks/>
                  </p:cNvSpPr>
                  <p:nvPr/>
                </p:nvSpPr>
                <p:spPr bwMode="auto">
                  <a:xfrm>
                    <a:off x="3367753" y="3865549"/>
                    <a:ext cx="966145" cy="250990"/>
                  </a:xfrm>
                  <a:custGeom>
                    <a:avLst/>
                    <a:gdLst>
                      <a:gd name="T0" fmla="*/ 651 w 737"/>
                      <a:gd name="T1" fmla="*/ 0 h 219"/>
                      <a:gd name="T2" fmla="*/ 655 w 737"/>
                      <a:gd name="T3" fmla="*/ 0 h 219"/>
                      <a:gd name="T4" fmla="*/ 656 w 737"/>
                      <a:gd name="T5" fmla="*/ 2 h 219"/>
                      <a:gd name="T6" fmla="*/ 737 w 737"/>
                      <a:gd name="T7" fmla="*/ 107 h 219"/>
                      <a:gd name="T8" fmla="*/ 655 w 737"/>
                      <a:gd name="T9" fmla="*/ 219 h 219"/>
                      <a:gd name="T10" fmla="*/ 8 w 737"/>
                      <a:gd name="T11" fmla="*/ 219 h 219"/>
                      <a:gd name="T12" fmla="*/ 4 w 737"/>
                      <a:gd name="T13" fmla="*/ 217 h 219"/>
                      <a:gd name="T14" fmla="*/ 2 w 737"/>
                      <a:gd name="T15" fmla="*/ 215 h 219"/>
                      <a:gd name="T16" fmla="*/ 0 w 737"/>
                      <a:gd name="T17" fmla="*/ 211 h 219"/>
                      <a:gd name="T18" fmla="*/ 2 w 737"/>
                      <a:gd name="T19" fmla="*/ 207 h 219"/>
                      <a:gd name="T20" fmla="*/ 4 w 737"/>
                      <a:gd name="T21" fmla="*/ 203 h 219"/>
                      <a:gd name="T22" fmla="*/ 8 w 737"/>
                      <a:gd name="T23" fmla="*/ 203 h 219"/>
                      <a:gd name="T24" fmla="*/ 647 w 737"/>
                      <a:gd name="T25" fmla="*/ 203 h 219"/>
                      <a:gd name="T26" fmla="*/ 718 w 737"/>
                      <a:gd name="T27" fmla="*/ 107 h 219"/>
                      <a:gd name="T28" fmla="*/ 645 w 737"/>
                      <a:gd name="T29" fmla="*/ 12 h 219"/>
                      <a:gd name="T30" fmla="*/ 643 w 737"/>
                      <a:gd name="T31" fmla="*/ 8 h 219"/>
                      <a:gd name="T32" fmla="*/ 643 w 737"/>
                      <a:gd name="T33" fmla="*/ 4 h 219"/>
                      <a:gd name="T34" fmla="*/ 647 w 737"/>
                      <a:gd name="T35" fmla="*/ 0 h 219"/>
                      <a:gd name="T36" fmla="*/ 651 w 737"/>
                      <a:gd name="T3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7" h="219">
                        <a:moveTo>
                          <a:pt x="651" y="0"/>
                        </a:moveTo>
                        <a:lnTo>
                          <a:pt x="655" y="0"/>
                        </a:lnTo>
                        <a:lnTo>
                          <a:pt x="656" y="2"/>
                        </a:lnTo>
                        <a:lnTo>
                          <a:pt x="737" y="107"/>
                        </a:lnTo>
                        <a:lnTo>
                          <a:pt x="655" y="219"/>
                        </a:lnTo>
                        <a:lnTo>
                          <a:pt x="8" y="219"/>
                        </a:lnTo>
                        <a:lnTo>
                          <a:pt x="4" y="217"/>
                        </a:lnTo>
                        <a:lnTo>
                          <a:pt x="2" y="215"/>
                        </a:lnTo>
                        <a:lnTo>
                          <a:pt x="0" y="211"/>
                        </a:lnTo>
                        <a:lnTo>
                          <a:pt x="2" y="207"/>
                        </a:lnTo>
                        <a:lnTo>
                          <a:pt x="4" y="203"/>
                        </a:lnTo>
                        <a:lnTo>
                          <a:pt x="8" y="203"/>
                        </a:lnTo>
                        <a:lnTo>
                          <a:pt x="647" y="203"/>
                        </a:lnTo>
                        <a:lnTo>
                          <a:pt x="718" y="107"/>
                        </a:lnTo>
                        <a:lnTo>
                          <a:pt x="645" y="12"/>
                        </a:lnTo>
                        <a:lnTo>
                          <a:pt x="643" y="8"/>
                        </a:lnTo>
                        <a:lnTo>
                          <a:pt x="643" y="4"/>
                        </a:lnTo>
                        <a:lnTo>
                          <a:pt x="647" y="0"/>
                        </a:lnTo>
                        <a:lnTo>
                          <a:pt x="651" y="0"/>
                        </a:lnTo>
                        <a:close/>
                      </a:path>
                    </a:pathLst>
                  </a:custGeom>
                  <a:solidFill>
                    <a:srgbClr val="FFFFFF"/>
                  </a:solidFill>
                  <a:ln w="0">
                    <a:solidFill>
                      <a:srgbClr val="FFFFFF"/>
                    </a:solidFill>
                    <a:prstDash val="solid"/>
                    <a:round/>
                    <a:headEnd/>
                    <a:tailEnd/>
                  </a:ln>
                </p:spPr>
                <p:txBody>
                  <a:bodyPr vert="horz" wrap="square" lIns="68580" tIns="34290" rIns="68580" bIns="34290" numCol="1" anchor="ctr" anchorCtr="0" compatLnSpc="1">
                    <a:prstTxWarp prst="textNoShape">
                      <a:avLst/>
                    </a:prstTxWarp>
                  </a:bodyPr>
                  <a:lstStyle/>
                  <a:p>
                    <a:endParaRPr lang="en-US" sz="1050" dirty="0"/>
                  </a:p>
                </p:txBody>
              </p:sp>
            </p:grpSp>
            <p:grpSp>
              <p:nvGrpSpPr>
                <p:cNvPr id="11" name="Group 10">
                  <a:extLst>
                    <a:ext uri="{FF2B5EF4-FFF2-40B4-BE49-F238E27FC236}">
                      <a16:creationId xmlns:a16="http://schemas.microsoft.com/office/drawing/2014/main" id="{15752391-3C5F-6B85-FFB7-7207677EE5A4}"/>
                    </a:ext>
                  </a:extLst>
                </p:cNvPr>
                <p:cNvGrpSpPr/>
                <p:nvPr/>
              </p:nvGrpSpPr>
              <p:grpSpPr>
                <a:xfrm>
                  <a:off x="672074" y="3720146"/>
                  <a:ext cx="1333359" cy="259049"/>
                  <a:chOff x="896099" y="3817195"/>
                  <a:chExt cx="1777812" cy="345398"/>
                </a:xfrm>
              </p:grpSpPr>
              <p:sp>
                <p:nvSpPr>
                  <p:cNvPr id="39" name="Freeform 472">
                    <a:extLst>
                      <a:ext uri="{FF2B5EF4-FFF2-40B4-BE49-F238E27FC236}">
                        <a16:creationId xmlns:a16="http://schemas.microsoft.com/office/drawing/2014/main" id="{970493BA-DBF9-893E-3C31-57C7EC1DE028}"/>
                      </a:ext>
                    </a:extLst>
                  </p:cNvPr>
                  <p:cNvSpPr>
                    <a:spLocks/>
                  </p:cNvSpPr>
                  <p:nvPr/>
                </p:nvSpPr>
                <p:spPr bwMode="auto">
                  <a:xfrm>
                    <a:off x="896099" y="3817195"/>
                    <a:ext cx="1777812" cy="345398"/>
                  </a:xfrm>
                  <a:custGeom>
                    <a:avLst/>
                    <a:gdLst>
                      <a:gd name="T0" fmla="*/ 0 w 1357"/>
                      <a:gd name="T1" fmla="*/ 0 h 299"/>
                      <a:gd name="T2" fmla="*/ 1245 w 1357"/>
                      <a:gd name="T3" fmla="*/ 0 h 299"/>
                      <a:gd name="T4" fmla="*/ 1357 w 1357"/>
                      <a:gd name="T5" fmla="*/ 146 h 299"/>
                      <a:gd name="T6" fmla="*/ 1245 w 1357"/>
                      <a:gd name="T7" fmla="*/ 299 h 299"/>
                      <a:gd name="T8" fmla="*/ 0 w 1357"/>
                      <a:gd name="T9" fmla="*/ 299 h 299"/>
                      <a:gd name="T10" fmla="*/ 112 w 1357"/>
                      <a:gd name="T11" fmla="*/ 156 h 299"/>
                      <a:gd name="T12" fmla="*/ 0 w 1357"/>
                      <a:gd name="T13" fmla="*/ 0 h 299"/>
                    </a:gdLst>
                    <a:ahLst/>
                    <a:cxnLst>
                      <a:cxn ang="0">
                        <a:pos x="T0" y="T1"/>
                      </a:cxn>
                      <a:cxn ang="0">
                        <a:pos x="T2" y="T3"/>
                      </a:cxn>
                      <a:cxn ang="0">
                        <a:pos x="T4" y="T5"/>
                      </a:cxn>
                      <a:cxn ang="0">
                        <a:pos x="T6" y="T7"/>
                      </a:cxn>
                      <a:cxn ang="0">
                        <a:pos x="T8" y="T9"/>
                      </a:cxn>
                      <a:cxn ang="0">
                        <a:pos x="T10" y="T11"/>
                      </a:cxn>
                      <a:cxn ang="0">
                        <a:pos x="T12" y="T13"/>
                      </a:cxn>
                    </a:cxnLst>
                    <a:rect l="0" t="0" r="r" b="b"/>
                    <a:pathLst>
                      <a:path w="1357" h="299">
                        <a:moveTo>
                          <a:pt x="0" y="0"/>
                        </a:moveTo>
                        <a:lnTo>
                          <a:pt x="1245" y="0"/>
                        </a:lnTo>
                        <a:lnTo>
                          <a:pt x="1357" y="146"/>
                        </a:lnTo>
                        <a:lnTo>
                          <a:pt x="1245" y="299"/>
                        </a:lnTo>
                        <a:lnTo>
                          <a:pt x="0" y="299"/>
                        </a:lnTo>
                        <a:lnTo>
                          <a:pt x="112" y="156"/>
                        </a:lnTo>
                        <a:lnTo>
                          <a:pt x="0" y="0"/>
                        </a:lnTo>
                        <a:close/>
                      </a:path>
                    </a:pathLst>
                  </a:custGeom>
                  <a:solidFill>
                    <a:srgbClr val="F8472C"/>
                  </a:solidFill>
                  <a:ln w="0">
                    <a:noFill/>
                    <a:prstDash val="solid"/>
                    <a:round/>
                    <a:headEnd/>
                    <a:tailEnd/>
                  </a:ln>
                </p:spPr>
                <p:txBody>
                  <a:bodyPr vert="horz" wrap="square" lIns="68580" tIns="34290" rIns="68580" bIns="34290" numCol="1" anchor="ctr" anchorCtr="0" compatLnSpc="1">
                    <a:prstTxWarp prst="textNoShape">
                      <a:avLst/>
                    </a:prstTxWarp>
                  </a:bodyPr>
                  <a:lstStyle/>
                  <a:p>
                    <a:pPr algn="ctr"/>
                    <a:r>
                      <a:rPr lang="en-US" sz="1050" b="1" dirty="0">
                        <a:solidFill>
                          <a:schemeClr val="bg1"/>
                        </a:solidFill>
                        <a:latin typeface="Neue Haas Grotesk Text Pro"/>
                        <a:ea typeface="Roboto"/>
                      </a:rPr>
                      <a:t>Sprint 1</a:t>
                    </a:r>
                  </a:p>
                </p:txBody>
              </p:sp>
              <p:sp>
                <p:nvSpPr>
                  <p:cNvPr id="40" name="Freeform 473">
                    <a:extLst>
                      <a:ext uri="{FF2B5EF4-FFF2-40B4-BE49-F238E27FC236}">
                        <a16:creationId xmlns:a16="http://schemas.microsoft.com/office/drawing/2014/main" id="{529D8E12-9893-2C57-680A-0D64C6173235}"/>
                      </a:ext>
                    </a:extLst>
                  </p:cNvPr>
                  <p:cNvSpPr>
                    <a:spLocks/>
                  </p:cNvSpPr>
                  <p:nvPr/>
                </p:nvSpPr>
                <p:spPr bwMode="auto">
                  <a:xfrm>
                    <a:off x="1644926" y="3865549"/>
                    <a:ext cx="966145" cy="250990"/>
                  </a:xfrm>
                  <a:custGeom>
                    <a:avLst/>
                    <a:gdLst>
                      <a:gd name="T0" fmla="*/ 648 w 737"/>
                      <a:gd name="T1" fmla="*/ 0 h 219"/>
                      <a:gd name="T2" fmla="*/ 652 w 737"/>
                      <a:gd name="T3" fmla="*/ 0 h 219"/>
                      <a:gd name="T4" fmla="*/ 656 w 737"/>
                      <a:gd name="T5" fmla="*/ 2 h 219"/>
                      <a:gd name="T6" fmla="*/ 737 w 737"/>
                      <a:gd name="T7" fmla="*/ 107 h 219"/>
                      <a:gd name="T8" fmla="*/ 652 w 737"/>
                      <a:gd name="T9" fmla="*/ 219 h 219"/>
                      <a:gd name="T10" fmla="*/ 8 w 737"/>
                      <a:gd name="T11" fmla="*/ 219 h 219"/>
                      <a:gd name="T12" fmla="*/ 4 w 737"/>
                      <a:gd name="T13" fmla="*/ 217 h 219"/>
                      <a:gd name="T14" fmla="*/ 0 w 737"/>
                      <a:gd name="T15" fmla="*/ 215 h 219"/>
                      <a:gd name="T16" fmla="*/ 0 w 737"/>
                      <a:gd name="T17" fmla="*/ 211 h 219"/>
                      <a:gd name="T18" fmla="*/ 0 w 737"/>
                      <a:gd name="T19" fmla="*/ 207 h 219"/>
                      <a:gd name="T20" fmla="*/ 4 w 737"/>
                      <a:gd name="T21" fmla="*/ 203 h 219"/>
                      <a:gd name="T22" fmla="*/ 8 w 737"/>
                      <a:gd name="T23" fmla="*/ 203 h 219"/>
                      <a:gd name="T24" fmla="*/ 644 w 737"/>
                      <a:gd name="T25" fmla="*/ 203 h 219"/>
                      <a:gd name="T26" fmla="*/ 717 w 737"/>
                      <a:gd name="T27" fmla="*/ 107 h 219"/>
                      <a:gd name="T28" fmla="*/ 643 w 737"/>
                      <a:gd name="T29" fmla="*/ 12 h 219"/>
                      <a:gd name="T30" fmla="*/ 643 w 737"/>
                      <a:gd name="T31" fmla="*/ 8 h 219"/>
                      <a:gd name="T32" fmla="*/ 643 w 737"/>
                      <a:gd name="T33" fmla="*/ 4 h 219"/>
                      <a:gd name="T34" fmla="*/ 644 w 737"/>
                      <a:gd name="T35" fmla="*/ 0 h 219"/>
                      <a:gd name="T36" fmla="*/ 648 w 737"/>
                      <a:gd name="T3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7" h="219">
                        <a:moveTo>
                          <a:pt x="648" y="0"/>
                        </a:moveTo>
                        <a:lnTo>
                          <a:pt x="652" y="0"/>
                        </a:lnTo>
                        <a:lnTo>
                          <a:pt x="656" y="2"/>
                        </a:lnTo>
                        <a:lnTo>
                          <a:pt x="737" y="107"/>
                        </a:lnTo>
                        <a:lnTo>
                          <a:pt x="652" y="219"/>
                        </a:lnTo>
                        <a:lnTo>
                          <a:pt x="8" y="219"/>
                        </a:lnTo>
                        <a:lnTo>
                          <a:pt x="4" y="217"/>
                        </a:lnTo>
                        <a:lnTo>
                          <a:pt x="0" y="215"/>
                        </a:lnTo>
                        <a:lnTo>
                          <a:pt x="0" y="211"/>
                        </a:lnTo>
                        <a:lnTo>
                          <a:pt x="0" y="207"/>
                        </a:lnTo>
                        <a:lnTo>
                          <a:pt x="4" y="203"/>
                        </a:lnTo>
                        <a:lnTo>
                          <a:pt x="8" y="203"/>
                        </a:lnTo>
                        <a:lnTo>
                          <a:pt x="644" y="203"/>
                        </a:lnTo>
                        <a:lnTo>
                          <a:pt x="717" y="107"/>
                        </a:lnTo>
                        <a:lnTo>
                          <a:pt x="643" y="12"/>
                        </a:lnTo>
                        <a:lnTo>
                          <a:pt x="643" y="8"/>
                        </a:lnTo>
                        <a:lnTo>
                          <a:pt x="643" y="4"/>
                        </a:lnTo>
                        <a:lnTo>
                          <a:pt x="644" y="0"/>
                        </a:lnTo>
                        <a:lnTo>
                          <a:pt x="648" y="0"/>
                        </a:lnTo>
                        <a:close/>
                      </a:path>
                    </a:pathLst>
                  </a:custGeom>
                  <a:solidFill>
                    <a:srgbClr val="FFFFFF"/>
                  </a:solidFill>
                  <a:ln w="0">
                    <a:solidFill>
                      <a:srgbClr val="FFFFFF"/>
                    </a:solidFill>
                    <a:prstDash val="solid"/>
                    <a:round/>
                    <a:headEnd/>
                    <a:tailEnd/>
                  </a:ln>
                </p:spPr>
                <p:txBody>
                  <a:bodyPr vert="horz" wrap="square" lIns="68580" tIns="34290" rIns="68580" bIns="34290" numCol="1" anchor="ctr" anchorCtr="0" compatLnSpc="1">
                    <a:prstTxWarp prst="textNoShape">
                      <a:avLst/>
                    </a:prstTxWarp>
                  </a:bodyPr>
                  <a:lstStyle/>
                  <a:p>
                    <a:endParaRPr lang="en-US" sz="1050" dirty="0"/>
                  </a:p>
                </p:txBody>
              </p:sp>
            </p:grpSp>
            <p:grpSp>
              <p:nvGrpSpPr>
                <p:cNvPr id="12" name="Group 11">
                  <a:extLst>
                    <a:ext uri="{FF2B5EF4-FFF2-40B4-BE49-F238E27FC236}">
                      <a16:creationId xmlns:a16="http://schemas.microsoft.com/office/drawing/2014/main" id="{D4AE4462-BDD9-9E4A-45D4-2234198F91F0}"/>
                    </a:ext>
                  </a:extLst>
                </p:cNvPr>
                <p:cNvGrpSpPr/>
                <p:nvPr/>
              </p:nvGrpSpPr>
              <p:grpSpPr>
                <a:xfrm>
                  <a:off x="3260241" y="3720146"/>
                  <a:ext cx="1331394" cy="259049"/>
                  <a:chOff x="4346988" y="3817195"/>
                  <a:chExt cx="1775192" cy="345398"/>
                </a:xfrm>
              </p:grpSpPr>
              <p:sp>
                <p:nvSpPr>
                  <p:cNvPr id="37" name="Freeform 584">
                    <a:extLst>
                      <a:ext uri="{FF2B5EF4-FFF2-40B4-BE49-F238E27FC236}">
                        <a16:creationId xmlns:a16="http://schemas.microsoft.com/office/drawing/2014/main" id="{8FBF7CB6-5CBF-4FE2-83D7-2192AC1CD8A3}"/>
                      </a:ext>
                    </a:extLst>
                  </p:cNvPr>
                  <p:cNvSpPr>
                    <a:spLocks/>
                  </p:cNvSpPr>
                  <p:nvPr/>
                </p:nvSpPr>
                <p:spPr bwMode="auto">
                  <a:xfrm>
                    <a:off x="4346988" y="3817195"/>
                    <a:ext cx="1775192" cy="345398"/>
                  </a:xfrm>
                  <a:custGeom>
                    <a:avLst/>
                    <a:gdLst>
                      <a:gd name="T0" fmla="*/ 0 w 1358"/>
                      <a:gd name="T1" fmla="*/ 0 h 299"/>
                      <a:gd name="T2" fmla="*/ 1245 w 1358"/>
                      <a:gd name="T3" fmla="*/ 0 h 299"/>
                      <a:gd name="T4" fmla="*/ 1358 w 1358"/>
                      <a:gd name="T5" fmla="*/ 146 h 299"/>
                      <a:gd name="T6" fmla="*/ 1245 w 1358"/>
                      <a:gd name="T7" fmla="*/ 299 h 299"/>
                      <a:gd name="T8" fmla="*/ 0 w 1358"/>
                      <a:gd name="T9" fmla="*/ 299 h 299"/>
                      <a:gd name="T10" fmla="*/ 112 w 1358"/>
                      <a:gd name="T11" fmla="*/ 156 h 299"/>
                      <a:gd name="T12" fmla="*/ 0 w 1358"/>
                      <a:gd name="T13" fmla="*/ 0 h 299"/>
                    </a:gdLst>
                    <a:ahLst/>
                    <a:cxnLst>
                      <a:cxn ang="0">
                        <a:pos x="T0" y="T1"/>
                      </a:cxn>
                      <a:cxn ang="0">
                        <a:pos x="T2" y="T3"/>
                      </a:cxn>
                      <a:cxn ang="0">
                        <a:pos x="T4" y="T5"/>
                      </a:cxn>
                      <a:cxn ang="0">
                        <a:pos x="T6" y="T7"/>
                      </a:cxn>
                      <a:cxn ang="0">
                        <a:pos x="T8" y="T9"/>
                      </a:cxn>
                      <a:cxn ang="0">
                        <a:pos x="T10" y="T11"/>
                      </a:cxn>
                      <a:cxn ang="0">
                        <a:pos x="T12" y="T13"/>
                      </a:cxn>
                    </a:cxnLst>
                    <a:rect l="0" t="0" r="r" b="b"/>
                    <a:pathLst>
                      <a:path w="1358" h="299">
                        <a:moveTo>
                          <a:pt x="0" y="0"/>
                        </a:moveTo>
                        <a:lnTo>
                          <a:pt x="1245" y="0"/>
                        </a:lnTo>
                        <a:lnTo>
                          <a:pt x="1358" y="146"/>
                        </a:lnTo>
                        <a:lnTo>
                          <a:pt x="1245" y="299"/>
                        </a:lnTo>
                        <a:lnTo>
                          <a:pt x="0" y="299"/>
                        </a:lnTo>
                        <a:lnTo>
                          <a:pt x="112" y="156"/>
                        </a:lnTo>
                        <a:lnTo>
                          <a:pt x="0" y="0"/>
                        </a:lnTo>
                        <a:close/>
                      </a:path>
                    </a:pathLst>
                  </a:custGeom>
                  <a:solidFill>
                    <a:srgbClr val="F8472C"/>
                  </a:solidFill>
                  <a:ln w="0">
                    <a:noFill/>
                    <a:prstDash val="solid"/>
                    <a:round/>
                    <a:headEnd/>
                    <a:tailEnd/>
                  </a:ln>
                </p:spPr>
                <p:txBody>
                  <a:bodyPr vert="horz" wrap="square" lIns="68580" tIns="34290" rIns="68580" bIns="34290" numCol="1" anchor="ctr" anchorCtr="0" compatLnSpc="1">
                    <a:prstTxWarp prst="textNoShape">
                      <a:avLst/>
                    </a:prstTxWarp>
                  </a:bodyPr>
                  <a:lstStyle/>
                  <a:p>
                    <a:pPr algn="ctr"/>
                    <a:r>
                      <a:rPr lang="en-US" sz="1050" b="1" dirty="0">
                        <a:solidFill>
                          <a:schemeClr val="bg1"/>
                        </a:solidFill>
                        <a:latin typeface="Neue Haas Grotesk Text Pro"/>
                        <a:ea typeface="Roboto"/>
                      </a:rPr>
                      <a:t>MVP Release</a:t>
                    </a:r>
                  </a:p>
                </p:txBody>
              </p:sp>
              <p:sp>
                <p:nvSpPr>
                  <p:cNvPr id="38" name="Freeform 585">
                    <a:extLst>
                      <a:ext uri="{FF2B5EF4-FFF2-40B4-BE49-F238E27FC236}">
                        <a16:creationId xmlns:a16="http://schemas.microsoft.com/office/drawing/2014/main" id="{AAC8B1B7-2993-A1DD-A626-FC8FD5740F6D}"/>
                      </a:ext>
                    </a:extLst>
                  </p:cNvPr>
                  <p:cNvSpPr>
                    <a:spLocks/>
                  </p:cNvSpPr>
                  <p:nvPr/>
                </p:nvSpPr>
                <p:spPr bwMode="auto">
                  <a:xfrm>
                    <a:off x="5093199" y="3865549"/>
                    <a:ext cx="966145" cy="250990"/>
                  </a:xfrm>
                  <a:custGeom>
                    <a:avLst/>
                    <a:gdLst>
                      <a:gd name="T0" fmla="*/ 649 w 737"/>
                      <a:gd name="T1" fmla="*/ 0 h 219"/>
                      <a:gd name="T2" fmla="*/ 653 w 737"/>
                      <a:gd name="T3" fmla="*/ 0 h 219"/>
                      <a:gd name="T4" fmla="*/ 657 w 737"/>
                      <a:gd name="T5" fmla="*/ 2 h 219"/>
                      <a:gd name="T6" fmla="*/ 737 w 737"/>
                      <a:gd name="T7" fmla="*/ 107 h 219"/>
                      <a:gd name="T8" fmla="*/ 653 w 737"/>
                      <a:gd name="T9" fmla="*/ 219 h 219"/>
                      <a:gd name="T10" fmla="*/ 8 w 737"/>
                      <a:gd name="T11" fmla="*/ 219 h 219"/>
                      <a:gd name="T12" fmla="*/ 4 w 737"/>
                      <a:gd name="T13" fmla="*/ 217 h 219"/>
                      <a:gd name="T14" fmla="*/ 0 w 737"/>
                      <a:gd name="T15" fmla="*/ 215 h 219"/>
                      <a:gd name="T16" fmla="*/ 0 w 737"/>
                      <a:gd name="T17" fmla="*/ 211 h 219"/>
                      <a:gd name="T18" fmla="*/ 0 w 737"/>
                      <a:gd name="T19" fmla="*/ 207 h 219"/>
                      <a:gd name="T20" fmla="*/ 4 w 737"/>
                      <a:gd name="T21" fmla="*/ 203 h 219"/>
                      <a:gd name="T22" fmla="*/ 8 w 737"/>
                      <a:gd name="T23" fmla="*/ 203 h 219"/>
                      <a:gd name="T24" fmla="*/ 645 w 737"/>
                      <a:gd name="T25" fmla="*/ 203 h 219"/>
                      <a:gd name="T26" fmla="*/ 718 w 737"/>
                      <a:gd name="T27" fmla="*/ 107 h 219"/>
                      <a:gd name="T28" fmla="*/ 643 w 737"/>
                      <a:gd name="T29" fmla="*/ 12 h 219"/>
                      <a:gd name="T30" fmla="*/ 643 w 737"/>
                      <a:gd name="T31" fmla="*/ 8 h 219"/>
                      <a:gd name="T32" fmla="*/ 643 w 737"/>
                      <a:gd name="T33" fmla="*/ 4 h 219"/>
                      <a:gd name="T34" fmla="*/ 645 w 737"/>
                      <a:gd name="T35" fmla="*/ 0 h 219"/>
                      <a:gd name="T36" fmla="*/ 649 w 737"/>
                      <a:gd name="T3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7" h="219">
                        <a:moveTo>
                          <a:pt x="649" y="0"/>
                        </a:moveTo>
                        <a:lnTo>
                          <a:pt x="653" y="0"/>
                        </a:lnTo>
                        <a:lnTo>
                          <a:pt x="657" y="2"/>
                        </a:lnTo>
                        <a:lnTo>
                          <a:pt x="737" y="107"/>
                        </a:lnTo>
                        <a:lnTo>
                          <a:pt x="653" y="219"/>
                        </a:lnTo>
                        <a:lnTo>
                          <a:pt x="8" y="219"/>
                        </a:lnTo>
                        <a:lnTo>
                          <a:pt x="4" y="217"/>
                        </a:lnTo>
                        <a:lnTo>
                          <a:pt x="0" y="215"/>
                        </a:lnTo>
                        <a:lnTo>
                          <a:pt x="0" y="211"/>
                        </a:lnTo>
                        <a:lnTo>
                          <a:pt x="0" y="207"/>
                        </a:lnTo>
                        <a:lnTo>
                          <a:pt x="4" y="203"/>
                        </a:lnTo>
                        <a:lnTo>
                          <a:pt x="8" y="203"/>
                        </a:lnTo>
                        <a:lnTo>
                          <a:pt x="645" y="203"/>
                        </a:lnTo>
                        <a:lnTo>
                          <a:pt x="718" y="107"/>
                        </a:lnTo>
                        <a:lnTo>
                          <a:pt x="643" y="12"/>
                        </a:lnTo>
                        <a:lnTo>
                          <a:pt x="643" y="8"/>
                        </a:lnTo>
                        <a:lnTo>
                          <a:pt x="643" y="4"/>
                        </a:lnTo>
                        <a:lnTo>
                          <a:pt x="645" y="0"/>
                        </a:lnTo>
                        <a:lnTo>
                          <a:pt x="649" y="0"/>
                        </a:lnTo>
                        <a:close/>
                      </a:path>
                    </a:pathLst>
                  </a:custGeom>
                  <a:solidFill>
                    <a:srgbClr val="FFFFFF"/>
                  </a:solidFill>
                  <a:ln w="0">
                    <a:solidFill>
                      <a:srgbClr val="FFFFFF"/>
                    </a:solidFill>
                    <a:prstDash val="solid"/>
                    <a:round/>
                    <a:headEnd/>
                    <a:tailEnd/>
                  </a:ln>
                </p:spPr>
                <p:txBody>
                  <a:bodyPr vert="horz" wrap="square" lIns="68580" tIns="34290" rIns="68580" bIns="34290" numCol="1" anchor="ctr" anchorCtr="0" compatLnSpc="1">
                    <a:prstTxWarp prst="textNoShape">
                      <a:avLst/>
                    </a:prstTxWarp>
                  </a:bodyPr>
                  <a:lstStyle/>
                  <a:p>
                    <a:endParaRPr lang="en-US" sz="1050" dirty="0"/>
                  </a:p>
                </p:txBody>
              </p:sp>
            </p:grpSp>
            <p:cxnSp>
              <p:nvCxnSpPr>
                <p:cNvPr id="15" name="Straight Connector 14">
                  <a:extLst>
                    <a:ext uri="{FF2B5EF4-FFF2-40B4-BE49-F238E27FC236}">
                      <a16:creationId xmlns:a16="http://schemas.microsoft.com/office/drawing/2014/main" id="{FEE52779-7E66-D615-EB7F-1DEE64A4E13A}"/>
                    </a:ext>
                  </a:extLst>
                </p:cNvPr>
                <p:cNvCxnSpPr/>
                <p:nvPr/>
              </p:nvCxnSpPr>
              <p:spPr>
                <a:xfrm>
                  <a:off x="1344008" y="3137734"/>
                  <a:ext cx="0" cy="487680"/>
                </a:xfrm>
                <a:prstGeom prst="line">
                  <a:avLst/>
                </a:prstGeom>
                <a:ln w="38100">
                  <a:solidFill>
                    <a:srgbClr val="F8472C"/>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69AC2E1-9620-3668-86C7-3FD2A035C79C}"/>
                    </a:ext>
                  </a:extLst>
                </p:cNvPr>
                <p:cNvCxnSpPr/>
                <p:nvPr/>
              </p:nvCxnSpPr>
              <p:spPr>
                <a:xfrm flipV="1">
                  <a:off x="2631854" y="4061488"/>
                  <a:ext cx="0" cy="4876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Footer Text">
                  <a:extLst>
                    <a:ext uri="{FF2B5EF4-FFF2-40B4-BE49-F238E27FC236}">
                      <a16:creationId xmlns:a16="http://schemas.microsoft.com/office/drawing/2014/main" id="{15EE1536-95FA-674A-76BA-1721390F2F44}"/>
                    </a:ext>
                  </a:extLst>
                </p:cNvPr>
                <p:cNvSpPr txBox="1"/>
                <p:nvPr/>
              </p:nvSpPr>
              <p:spPr>
                <a:xfrm>
                  <a:off x="672074" y="4102827"/>
                  <a:ext cx="1311761" cy="1196869"/>
                </a:xfrm>
                <a:prstGeom prst="rect">
                  <a:avLst/>
                </a:prstGeom>
                <a:noFill/>
              </p:spPr>
              <p:txBody>
                <a:bodyPr wrap="square" lIns="0" tIns="0" rIns="0" bIns="0" rtlCol="0" anchor="t">
                  <a:spAutoFit/>
                </a:bodyPr>
                <a:lstStyle/>
                <a:p>
                  <a:pPr marL="171450" indent="-171450">
                    <a:buFont typeface="Arial" panose="020B0604020202020204" pitchFamily="34" charset="0"/>
                    <a:buChar char="•"/>
                  </a:pPr>
                  <a:r>
                    <a:rPr lang="en-US" sz="1000" dirty="0">
                      <a:latin typeface="Neue Haas Grotesk Text Pro"/>
                      <a:ea typeface="Roboto"/>
                      <a:cs typeface="Roboto"/>
                    </a:rPr>
                    <a:t>Discovery and Requirement Gathering</a:t>
                  </a:r>
                </a:p>
                <a:p>
                  <a:pPr marL="171450" indent="-171450">
                    <a:buFont typeface="Arial" panose="020B0604020202020204" pitchFamily="34" charset="0"/>
                    <a:buChar char="•"/>
                  </a:pPr>
                  <a:r>
                    <a:rPr lang="en-US" sz="1000" dirty="0">
                      <a:latin typeface="Neue Haas Grotesk Text Pro"/>
                      <a:ea typeface="Roboto"/>
                      <a:cs typeface="Roboto"/>
                    </a:rPr>
                    <a:t>UI/UX Design finalization</a:t>
                  </a:r>
                </a:p>
                <a:p>
                  <a:pPr marL="171450" indent="-171450">
                    <a:buFont typeface="Arial" panose="020B0604020202020204" pitchFamily="34" charset="0"/>
                    <a:buChar char="•"/>
                  </a:pPr>
                  <a:r>
                    <a:rPr lang="en-US" sz="1000" dirty="0">
                      <a:latin typeface="Neue Haas Grotesk Text Pro"/>
                      <a:ea typeface="Roboto"/>
                      <a:cs typeface="Roboto"/>
                    </a:rPr>
                    <a:t>Finalize Project Backlog and Sprint Plan</a:t>
                  </a:r>
                </a:p>
                <a:p>
                  <a:pPr marL="171450" indent="-171450">
                    <a:buFont typeface="Arial" panose="020B0604020202020204" pitchFamily="34" charset="0"/>
                    <a:buChar char="•"/>
                  </a:pPr>
                  <a:r>
                    <a:rPr lang="en-US" sz="1000" dirty="0">
                      <a:latin typeface="Neue Haas Grotesk Text Pro"/>
                      <a:ea typeface="Roboto"/>
                      <a:cs typeface="Roboto"/>
                    </a:rPr>
                    <a:t>Create Project Plan and Solution Design</a:t>
                  </a:r>
                </a:p>
                <a:p>
                  <a:pPr marL="171450" indent="-171450">
                    <a:buFont typeface="Arial" panose="020B0604020202020204" pitchFamily="34" charset="0"/>
                    <a:buChar char="•"/>
                  </a:pPr>
                  <a:endParaRPr lang="en-US" sz="1000" dirty="0">
                    <a:latin typeface="Neue Haas Grotesk Text Pro"/>
                    <a:ea typeface="Roboto"/>
                    <a:cs typeface="Roboto"/>
                  </a:endParaRPr>
                </a:p>
                <a:p>
                  <a:pPr marL="171450" indent="-171450">
                    <a:buFont typeface="Arial" panose="020B0604020202020204" pitchFamily="34" charset="0"/>
                    <a:buChar char="•"/>
                  </a:pPr>
                  <a:endParaRPr lang="en-US" sz="1000" dirty="0">
                    <a:latin typeface="Neue Haas Grotesk Text Pro"/>
                    <a:ea typeface="Roboto"/>
                    <a:cs typeface="Roboto"/>
                  </a:endParaRPr>
                </a:p>
                <a:p>
                  <a:pPr marL="171450" indent="-171450">
                    <a:buFont typeface="Arial" panose="020B0604020202020204" pitchFamily="34" charset="0"/>
                    <a:buChar char="•"/>
                  </a:pPr>
                  <a:endParaRPr lang="en-US" sz="600" dirty="0">
                    <a:latin typeface="Neue Haas Grotesk Text Pro"/>
                    <a:ea typeface="Roboto"/>
                    <a:cs typeface="Roboto"/>
                  </a:endParaRPr>
                </a:p>
              </p:txBody>
            </p:sp>
            <p:sp>
              <p:nvSpPr>
                <p:cNvPr id="27" name="Oval 26">
                  <a:extLst>
                    <a:ext uri="{FF2B5EF4-FFF2-40B4-BE49-F238E27FC236}">
                      <a16:creationId xmlns:a16="http://schemas.microsoft.com/office/drawing/2014/main" id="{62418084-EEB1-275C-F618-C3D240575170}"/>
                    </a:ext>
                  </a:extLst>
                </p:cNvPr>
                <p:cNvSpPr/>
                <p:nvPr/>
              </p:nvSpPr>
              <p:spPr>
                <a:xfrm>
                  <a:off x="901265" y="2172757"/>
                  <a:ext cx="870245" cy="870245"/>
                </a:xfrm>
                <a:prstGeom prst="ellipse">
                  <a:avLst/>
                </a:prstGeom>
                <a:solidFill>
                  <a:schemeClr val="accent1">
                    <a:lumMod val="20000"/>
                    <a:lumOff val="80000"/>
                    <a:alpha val="0"/>
                  </a:schemeClr>
                </a:solidFill>
                <a:ln w="38100">
                  <a:solidFill>
                    <a:srgbClr val="F8472C"/>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350" b="1" dirty="0">
                      <a:solidFill>
                        <a:schemeClr val="tx1"/>
                      </a:solidFill>
                      <a:latin typeface="Neue Haas Grotesk Text Pro"/>
                      <a:ea typeface="Roboto"/>
                      <a:cs typeface="Roboto"/>
                    </a:rPr>
                    <a:t>1 Week</a:t>
                  </a:r>
                </a:p>
              </p:txBody>
            </p:sp>
            <p:sp>
              <p:nvSpPr>
                <p:cNvPr id="28" name="Oval 27">
                  <a:extLst>
                    <a:ext uri="{FF2B5EF4-FFF2-40B4-BE49-F238E27FC236}">
                      <a16:creationId xmlns:a16="http://schemas.microsoft.com/office/drawing/2014/main" id="{37BC8745-7608-8359-43AC-D3441CDD7DCE}"/>
                    </a:ext>
                  </a:extLst>
                </p:cNvPr>
                <p:cNvSpPr/>
                <p:nvPr/>
              </p:nvSpPr>
              <p:spPr>
                <a:xfrm rot="10800000" flipV="1">
                  <a:off x="2196732" y="4661068"/>
                  <a:ext cx="870245" cy="870245"/>
                </a:xfrm>
                <a:prstGeom prst="ellipse">
                  <a:avLst/>
                </a:prstGeom>
                <a:solidFill>
                  <a:schemeClr val="bg2">
                    <a:alpha val="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350" b="1" dirty="0">
                      <a:solidFill>
                        <a:schemeClr val="tx1"/>
                      </a:solidFill>
                      <a:latin typeface="Neue Haas Grotesk Text Pro"/>
                      <a:ea typeface="Roboto"/>
                      <a:cs typeface="Roboto"/>
                    </a:rPr>
                    <a:t>2 week Sprints</a:t>
                  </a:r>
                  <a:endParaRPr lang="en-US" b="1" dirty="0">
                    <a:solidFill>
                      <a:schemeClr val="tx1"/>
                    </a:solidFill>
                    <a:latin typeface="Neue Haas Grotesk Text Pro"/>
                    <a:ea typeface="Roboto"/>
                    <a:cs typeface="Roboto"/>
                  </a:endParaRPr>
                </a:p>
              </p:txBody>
            </p:sp>
            <p:sp>
              <p:nvSpPr>
                <p:cNvPr id="29" name="Oval 28">
                  <a:extLst>
                    <a:ext uri="{FF2B5EF4-FFF2-40B4-BE49-F238E27FC236}">
                      <a16:creationId xmlns:a16="http://schemas.microsoft.com/office/drawing/2014/main" id="{93377B34-C5E0-0793-A4D6-710A5A232453}"/>
                    </a:ext>
                  </a:extLst>
                </p:cNvPr>
                <p:cNvSpPr/>
                <p:nvPr/>
              </p:nvSpPr>
              <p:spPr>
                <a:xfrm rot="10800000" flipV="1">
                  <a:off x="4783919" y="4661068"/>
                  <a:ext cx="870245" cy="870245"/>
                </a:xfrm>
                <a:prstGeom prst="ellipse">
                  <a:avLst/>
                </a:prstGeom>
                <a:solidFill>
                  <a:schemeClr val="accent1">
                    <a:lumMod val="20000"/>
                    <a:lumOff val="80000"/>
                    <a:alpha val="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350" b="1" dirty="0">
                      <a:solidFill>
                        <a:schemeClr val="tx1"/>
                      </a:solidFill>
                      <a:latin typeface="Neue Haas Grotesk Text Pro"/>
                    </a:rPr>
                    <a:t>2 Weeks</a:t>
                  </a:r>
                </a:p>
              </p:txBody>
            </p:sp>
            <p:sp>
              <p:nvSpPr>
                <p:cNvPr id="30" name="Oval 29">
                  <a:extLst>
                    <a:ext uri="{FF2B5EF4-FFF2-40B4-BE49-F238E27FC236}">
                      <a16:creationId xmlns:a16="http://schemas.microsoft.com/office/drawing/2014/main" id="{61459C4B-FE1D-AFD4-5908-3F3B1EB097ED}"/>
                    </a:ext>
                  </a:extLst>
                </p:cNvPr>
                <p:cNvSpPr/>
                <p:nvPr/>
              </p:nvSpPr>
              <p:spPr>
                <a:xfrm>
                  <a:off x="3490816" y="2172757"/>
                  <a:ext cx="870245" cy="870245"/>
                </a:xfrm>
                <a:prstGeom prst="ellipse">
                  <a:avLst/>
                </a:prstGeom>
                <a:solidFill>
                  <a:schemeClr val="accent1">
                    <a:lumMod val="20000"/>
                    <a:lumOff val="80000"/>
                    <a:alpha val="0"/>
                  </a:schemeClr>
                </a:solidFill>
                <a:ln w="38100">
                  <a:solidFill>
                    <a:srgbClr val="F8472C"/>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350" b="1" dirty="0">
                      <a:solidFill>
                        <a:schemeClr val="tx1"/>
                      </a:solidFill>
                      <a:latin typeface="Neue Haas Grotesk Text Pro"/>
                    </a:rPr>
                    <a:t>1 Week</a:t>
                  </a:r>
                </a:p>
              </p:txBody>
            </p:sp>
          </p:grpSp>
          <p:cxnSp>
            <p:nvCxnSpPr>
              <p:cNvPr id="55" name="Straight Connector 54">
                <a:extLst>
                  <a:ext uri="{FF2B5EF4-FFF2-40B4-BE49-F238E27FC236}">
                    <a16:creationId xmlns:a16="http://schemas.microsoft.com/office/drawing/2014/main" id="{C97128BF-D925-0E22-89E2-629C2DC69778}"/>
                  </a:ext>
                </a:extLst>
              </p:cNvPr>
              <p:cNvCxnSpPr/>
              <p:nvPr/>
            </p:nvCxnSpPr>
            <p:spPr>
              <a:xfrm>
                <a:off x="4741542" y="2567077"/>
                <a:ext cx="0" cy="487680"/>
              </a:xfrm>
              <a:prstGeom prst="line">
                <a:avLst/>
              </a:prstGeom>
              <a:ln w="38100">
                <a:solidFill>
                  <a:srgbClr val="F8472C"/>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693596D-4824-AA1A-93EA-A9067DB7E00C}"/>
                  </a:ext>
                </a:extLst>
              </p:cNvPr>
              <p:cNvCxnSpPr/>
              <p:nvPr/>
            </p:nvCxnSpPr>
            <p:spPr>
              <a:xfrm flipV="1">
                <a:off x="6234087" y="3532170"/>
                <a:ext cx="0" cy="4876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B40EAFB0-DEA6-E1E1-D43B-EDC605239BFC}"/>
                  </a:ext>
                </a:extLst>
              </p:cNvPr>
              <p:cNvSpPr txBox="1"/>
              <p:nvPr/>
            </p:nvSpPr>
            <p:spPr>
              <a:xfrm>
                <a:off x="7861738" y="3352800"/>
                <a:ext cx="184731" cy="369332"/>
              </a:xfrm>
              <a:prstGeom prst="rect">
                <a:avLst/>
              </a:prstGeom>
              <a:noFill/>
            </p:spPr>
            <p:txBody>
              <a:bodyPr wrap="none" rtlCol="0">
                <a:spAutoFit/>
              </a:bodyPr>
              <a:lstStyle/>
              <a:p>
                <a:endParaRPr lang="en-PK" dirty="0"/>
              </a:p>
            </p:txBody>
          </p:sp>
          <p:sp>
            <p:nvSpPr>
              <p:cNvPr id="93" name="Footer Text">
                <a:extLst>
                  <a:ext uri="{FF2B5EF4-FFF2-40B4-BE49-F238E27FC236}">
                    <a16:creationId xmlns:a16="http://schemas.microsoft.com/office/drawing/2014/main" id="{4E8030A4-9C1D-29EA-7FC4-1B8E221C9106}"/>
                  </a:ext>
                </a:extLst>
              </p:cNvPr>
              <p:cNvSpPr txBox="1"/>
              <p:nvPr/>
            </p:nvSpPr>
            <p:spPr>
              <a:xfrm>
                <a:off x="2558179" y="1926323"/>
                <a:ext cx="1432065" cy="1196869"/>
              </a:xfrm>
              <a:prstGeom prst="rect">
                <a:avLst/>
              </a:prstGeom>
              <a:noFill/>
            </p:spPr>
            <p:txBody>
              <a:bodyPr wrap="square" lIns="0" tIns="0" rIns="0" bIns="0" rtlCol="0" anchor="t">
                <a:spAutoFit/>
              </a:bodyPr>
              <a:lstStyle/>
              <a:p>
                <a:pPr marL="171450" indent="-171450">
                  <a:buFont typeface="Arial" panose="020B0604020202020204" pitchFamily="34" charset="0"/>
                  <a:buChar char="•"/>
                </a:pPr>
                <a:r>
                  <a:rPr lang="en-US" sz="1000" dirty="0">
                    <a:latin typeface="Neue Haas Grotesk Text Pro"/>
                    <a:ea typeface="Roboto"/>
                    <a:cs typeface="Roboto"/>
                  </a:rPr>
                  <a:t>Product Development using Agile Methodology</a:t>
                </a:r>
              </a:p>
              <a:p>
                <a:pPr marL="171450" indent="-171450">
                  <a:buFont typeface="Arial" panose="020B0604020202020204" pitchFamily="34" charset="0"/>
                  <a:buChar char="•"/>
                </a:pPr>
                <a:r>
                  <a:rPr lang="en-US" sz="1000" dirty="0">
                    <a:latin typeface="Neue Haas Grotesk Text Pro"/>
                    <a:ea typeface="Roboto"/>
                    <a:cs typeface="Roboto"/>
                  </a:rPr>
                  <a:t>Work on Tasks as represented on Scrum Board</a:t>
                </a:r>
              </a:p>
              <a:p>
                <a:pPr marL="171450" indent="-171450">
                  <a:buFont typeface="Arial" panose="020B0604020202020204" pitchFamily="34" charset="0"/>
                  <a:buChar char="•"/>
                </a:pPr>
                <a:r>
                  <a:rPr lang="en-US" sz="1000" dirty="0">
                    <a:latin typeface="Neue Haas Grotesk Text Pro"/>
                    <a:ea typeface="Roboto"/>
                    <a:cs typeface="Roboto"/>
                  </a:rPr>
                  <a:t>Flexible Team size based on requirements</a:t>
                </a:r>
              </a:p>
              <a:p>
                <a:pPr marL="171450" indent="-171450">
                  <a:buFont typeface="Arial" panose="020B0604020202020204" pitchFamily="34" charset="0"/>
                  <a:buChar char="•"/>
                </a:pPr>
                <a:endParaRPr lang="en-US" sz="1000" dirty="0">
                  <a:latin typeface="Neue Haas Grotesk Text Pro"/>
                  <a:ea typeface="Roboto"/>
                  <a:cs typeface="Roboto"/>
                </a:endParaRPr>
              </a:p>
              <a:p>
                <a:pPr marL="171450" indent="-171450">
                  <a:buFont typeface="Arial" panose="020B0604020202020204" pitchFamily="34" charset="0"/>
                  <a:buChar char="•"/>
                </a:pPr>
                <a:endParaRPr lang="en-US" sz="600" dirty="0">
                  <a:latin typeface="Neue Haas Grotesk Text Pro"/>
                  <a:ea typeface="Roboto"/>
                  <a:cs typeface="Roboto"/>
                </a:endParaRPr>
              </a:p>
            </p:txBody>
          </p:sp>
          <p:sp>
            <p:nvSpPr>
              <p:cNvPr id="94" name="Footer Text">
                <a:extLst>
                  <a:ext uri="{FF2B5EF4-FFF2-40B4-BE49-F238E27FC236}">
                    <a16:creationId xmlns:a16="http://schemas.microsoft.com/office/drawing/2014/main" id="{591709C5-3C99-3F42-7F51-0940B2A756E2}"/>
                  </a:ext>
                </a:extLst>
              </p:cNvPr>
              <p:cNvSpPr txBox="1"/>
              <p:nvPr/>
            </p:nvSpPr>
            <p:spPr>
              <a:xfrm>
                <a:off x="3925139" y="3533663"/>
                <a:ext cx="1541421" cy="274282"/>
              </a:xfrm>
              <a:prstGeom prst="rect">
                <a:avLst/>
              </a:prstGeom>
              <a:noFill/>
            </p:spPr>
            <p:txBody>
              <a:bodyPr wrap="square" lIns="0" tIns="0" rIns="0" bIns="0" rtlCol="0" anchor="t">
                <a:spAutoFit/>
              </a:bodyPr>
              <a:lstStyle/>
              <a:p>
                <a:r>
                  <a:rPr lang="en-US" sz="1100" b="1" dirty="0">
                    <a:latin typeface="Neue Haas Grotesk Text Pro"/>
                    <a:ea typeface="Roboto"/>
                    <a:cs typeface="Roboto"/>
                  </a:rPr>
                  <a:t>UAT and Full Production Rollout</a:t>
                </a:r>
                <a:endParaRPr lang="en-US" b="1" dirty="0">
                  <a:latin typeface="Neue Haas Grotesk Text Pro"/>
                  <a:cs typeface="Arial"/>
                </a:endParaRPr>
              </a:p>
            </p:txBody>
          </p:sp>
          <p:sp>
            <p:nvSpPr>
              <p:cNvPr id="95" name="Footer Text">
                <a:extLst>
                  <a:ext uri="{FF2B5EF4-FFF2-40B4-BE49-F238E27FC236}">
                    <a16:creationId xmlns:a16="http://schemas.microsoft.com/office/drawing/2014/main" id="{F4E70D79-479F-993C-4847-D299C8E10AD0}"/>
                  </a:ext>
                </a:extLst>
              </p:cNvPr>
              <p:cNvSpPr txBox="1"/>
              <p:nvPr/>
            </p:nvSpPr>
            <p:spPr>
              <a:xfrm>
                <a:off x="5466560" y="2734004"/>
                <a:ext cx="1541421" cy="374022"/>
              </a:xfrm>
              <a:prstGeom prst="rect">
                <a:avLst/>
              </a:prstGeom>
              <a:noFill/>
            </p:spPr>
            <p:txBody>
              <a:bodyPr wrap="square" lIns="0" tIns="0" rIns="0" bIns="0" rtlCol="0" anchor="t">
                <a:spAutoFit/>
              </a:bodyPr>
              <a:lstStyle/>
              <a:p>
                <a:r>
                  <a:rPr lang="en-US" sz="1000" b="1" dirty="0">
                    <a:latin typeface="Neue Haas Grotesk Text Pro"/>
                    <a:ea typeface="Roboto"/>
                    <a:cs typeface="Roboto"/>
                  </a:rPr>
                  <a:t>Continued Development and Support as per Requirements</a:t>
                </a:r>
                <a:endParaRPr lang="en-US" sz="1000" b="1" dirty="0">
                  <a:latin typeface="Neue Haas Grotesk Text Pro"/>
                  <a:ea typeface="Roboto" panose="02000000000000000000" pitchFamily="2" charset="0"/>
                  <a:cs typeface="Roboto"/>
                </a:endParaRPr>
              </a:p>
            </p:txBody>
          </p:sp>
        </p:grpSp>
        <p:sp>
          <p:nvSpPr>
            <p:cNvPr id="4" name="Footer Text">
              <a:extLst>
                <a:ext uri="{FF2B5EF4-FFF2-40B4-BE49-F238E27FC236}">
                  <a16:creationId xmlns:a16="http://schemas.microsoft.com/office/drawing/2014/main" id="{04DF5F71-B2B9-D6A8-8D2B-7AD6F955E0A6}"/>
                </a:ext>
              </a:extLst>
            </p:cNvPr>
            <p:cNvSpPr txBox="1"/>
            <p:nvPr/>
          </p:nvSpPr>
          <p:spPr>
            <a:xfrm>
              <a:off x="4035449" y="4384599"/>
              <a:ext cx="1606924" cy="707886"/>
            </a:xfrm>
            <a:prstGeom prst="rect">
              <a:avLst/>
            </a:prstGeom>
            <a:noFill/>
          </p:spPr>
          <p:txBody>
            <a:bodyPr wrap="square" lIns="0" tIns="0" rIns="0" bIns="0" rtlCol="0" anchor="t">
              <a:spAutoFit/>
            </a:bodyPr>
            <a:lstStyle/>
            <a:p>
              <a:pPr marL="171450" indent="-171450">
                <a:buFont typeface="Arial" panose="020B0604020202020204" pitchFamily="34" charset="0"/>
                <a:buChar char="•"/>
              </a:pPr>
              <a:r>
                <a:rPr lang="en-US" sz="1000" dirty="0">
                  <a:latin typeface="Neue Haas Grotesk Text Pro"/>
                  <a:ea typeface="Roboto"/>
                  <a:cs typeface="Roboto"/>
                </a:rPr>
                <a:t>Release the MVP on Data Migration if needed</a:t>
              </a:r>
            </a:p>
            <a:p>
              <a:pPr marL="171450" indent="-171450">
                <a:buFont typeface="Arial" panose="020B0604020202020204" pitchFamily="34" charset="0"/>
                <a:buChar char="•"/>
              </a:pPr>
              <a:endParaRPr lang="en-US" sz="1000" dirty="0">
                <a:latin typeface="Neue Haas Grotesk Text Pro"/>
                <a:ea typeface="Roboto"/>
                <a:cs typeface="Roboto"/>
              </a:endParaRPr>
            </a:p>
            <a:p>
              <a:pPr marL="171450" indent="-171450">
                <a:buFont typeface="Arial" panose="020B0604020202020204" pitchFamily="34" charset="0"/>
                <a:buChar char="•"/>
              </a:pPr>
              <a:endParaRPr lang="en-US" sz="600" dirty="0">
                <a:latin typeface="Neue Haas Grotesk Text Pro"/>
                <a:ea typeface="Roboto"/>
                <a:cs typeface="Roboto"/>
              </a:endParaRPr>
            </a:p>
          </p:txBody>
        </p:sp>
      </p:grpSp>
    </p:spTree>
    <p:extLst>
      <p:ext uri="{BB962C8B-B14F-4D97-AF65-F5344CB8AC3E}">
        <p14:creationId xmlns:p14="http://schemas.microsoft.com/office/powerpoint/2010/main" val="2080667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4"/>
          <p:cNvSpPr txBox="1">
            <a:spLocks noGrp="1"/>
          </p:cNvSpPr>
          <p:nvPr>
            <p:ph type="title"/>
          </p:nvPr>
        </p:nvSpPr>
        <p:spPr>
          <a:xfrm>
            <a:off x="458767" y="233900"/>
            <a:ext cx="9737200" cy="852800"/>
          </a:xfrm>
          <a:prstGeom prst="rect">
            <a:avLst/>
          </a:prstGeom>
        </p:spPr>
        <p:txBody>
          <a:bodyPr spcFirstLastPara="1" wrap="square" lIns="121900" tIns="121900" rIns="121900" bIns="121900" anchor="t" anchorCtr="0">
            <a:noAutofit/>
          </a:bodyPr>
          <a:lstStyle/>
          <a:p>
            <a:r>
              <a:rPr lang="en" sz="3200" dirty="0">
                <a:solidFill>
                  <a:schemeClr val="tx1"/>
                </a:solidFill>
                <a:latin typeface="Nunito ExtraBold"/>
                <a:ea typeface="Nunito ExtraBold"/>
                <a:cs typeface="Nunito ExtraBold"/>
                <a:sym typeface="Nunito ExtraBold"/>
              </a:rPr>
              <a:t>Effort &amp; Cost </a:t>
            </a:r>
            <a:r>
              <a:rPr lang="en" sz="3600" dirty="0">
                <a:solidFill>
                  <a:srgbClr val="F8482C"/>
                </a:solidFill>
                <a:latin typeface="Nunito ExtraBold"/>
                <a:cs typeface="Nunito ExtraBold"/>
                <a:sym typeface="Nunito ExtraBold"/>
              </a:rPr>
              <a:t>Estimates</a:t>
            </a:r>
            <a:endParaRPr dirty="0">
              <a:solidFill>
                <a:srgbClr val="F8482C"/>
              </a:solidFill>
              <a:latin typeface="Nunito ExtraBold"/>
              <a:cs typeface="Nunito ExtraBold"/>
              <a:sym typeface="Lato Black"/>
            </a:endParaRPr>
          </a:p>
        </p:txBody>
      </p:sp>
      <p:pic>
        <p:nvPicPr>
          <p:cNvPr id="4" name="Picture 3" descr="Icon&#10;&#10;Description automatically generated">
            <a:extLst>
              <a:ext uri="{FF2B5EF4-FFF2-40B4-BE49-F238E27FC236}">
                <a16:creationId xmlns:a16="http://schemas.microsoft.com/office/drawing/2014/main" id="{0EC9D4E1-309D-0C44-BC83-C4D962A1F82C}"/>
              </a:ext>
            </a:extLst>
          </p:cNvPr>
          <p:cNvPicPr>
            <a:picLocks noChangeAspect="1"/>
          </p:cNvPicPr>
          <p:nvPr/>
        </p:nvPicPr>
        <p:blipFill>
          <a:blip r:embed="rId3"/>
          <a:stretch>
            <a:fillRect/>
          </a:stretch>
        </p:blipFill>
        <p:spPr>
          <a:xfrm>
            <a:off x="11080065" y="151079"/>
            <a:ext cx="736656" cy="870547"/>
          </a:xfrm>
          <a:prstGeom prst="rect">
            <a:avLst/>
          </a:prstGeom>
        </p:spPr>
      </p:pic>
      <p:graphicFrame>
        <p:nvGraphicFramePr>
          <p:cNvPr id="2" name="Table 2">
            <a:extLst>
              <a:ext uri="{FF2B5EF4-FFF2-40B4-BE49-F238E27FC236}">
                <a16:creationId xmlns:a16="http://schemas.microsoft.com/office/drawing/2014/main" id="{C666803A-FE86-18B8-3866-46ACD05FFFE3}"/>
              </a:ext>
            </a:extLst>
          </p:cNvPr>
          <p:cNvGraphicFramePr>
            <a:graphicFrameLocks noGrp="1"/>
          </p:cNvGraphicFramePr>
          <p:nvPr>
            <p:extLst>
              <p:ext uri="{D42A27DB-BD31-4B8C-83A1-F6EECF244321}">
                <p14:modId xmlns:p14="http://schemas.microsoft.com/office/powerpoint/2010/main" val="900690295"/>
              </p:ext>
            </p:extLst>
          </p:nvPr>
        </p:nvGraphicFramePr>
        <p:xfrm>
          <a:off x="581571" y="1219200"/>
          <a:ext cx="10107450" cy="2911920"/>
        </p:xfrm>
        <a:graphic>
          <a:graphicData uri="http://schemas.openxmlformats.org/drawingml/2006/table">
            <a:tbl>
              <a:tblPr firstRow="1" bandRow="1">
                <a:tableStyleId>{8A107856-5554-42FB-B03E-39F5DBC370BA}</a:tableStyleId>
              </a:tblPr>
              <a:tblGrid>
                <a:gridCol w="5367284">
                  <a:extLst>
                    <a:ext uri="{9D8B030D-6E8A-4147-A177-3AD203B41FA5}">
                      <a16:colId xmlns:a16="http://schemas.microsoft.com/office/drawing/2014/main" val="3623168691"/>
                    </a:ext>
                  </a:extLst>
                </a:gridCol>
                <a:gridCol w="4740166">
                  <a:extLst>
                    <a:ext uri="{9D8B030D-6E8A-4147-A177-3AD203B41FA5}">
                      <a16:colId xmlns:a16="http://schemas.microsoft.com/office/drawing/2014/main" val="1582115216"/>
                    </a:ext>
                  </a:extLst>
                </a:gridCol>
              </a:tblGrid>
              <a:tr h="569620">
                <a:tc>
                  <a:txBody>
                    <a:bodyPr/>
                    <a:lstStyle/>
                    <a:p>
                      <a:r>
                        <a:rPr lang="en-PK" b="0" dirty="0">
                          <a:solidFill>
                            <a:schemeClr val="bg1"/>
                          </a:solidFill>
                        </a:rPr>
                        <a:t>Engagement Model</a:t>
                      </a:r>
                    </a:p>
                  </a:txBody>
                  <a:tcPr anchor="ctr">
                    <a:solidFill>
                      <a:schemeClr val="tx1">
                        <a:lumMod val="65000"/>
                        <a:lumOff val="35000"/>
                      </a:schemeClr>
                    </a:solidFill>
                  </a:tcPr>
                </a:tc>
                <a:tc>
                  <a:txBody>
                    <a:bodyPr/>
                    <a:lstStyle/>
                    <a:p>
                      <a:r>
                        <a:rPr lang="en-PK" b="0" dirty="0"/>
                        <a:t>Fixed Fee</a:t>
                      </a:r>
                    </a:p>
                  </a:txBody>
                  <a:tcPr anchor="ctr">
                    <a:solidFill>
                      <a:schemeClr val="accent4">
                        <a:lumMod val="60000"/>
                        <a:lumOff val="40000"/>
                      </a:schemeClr>
                    </a:solidFill>
                  </a:tcPr>
                </a:tc>
                <a:extLst>
                  <a:ext uri="{0D108BD9-81ED-4DB2-BD59-A6C34878D82A}">
                    <a16:rowId xmlns:a16="http://schemas.microsoft.com/office/drawing/2014/main" val="2463075388"/>
                  </a:ext>
                </a:extLst>
              </a:tr>
              <a:tr h="575996">
                <a:tc>
                  <a:txBody>
                    <a:bodyPr/>
                    <a:lstStyle/>
                    <a:p>
                      <a:r>
                        <a:rPr lang="en-PK" b="0" dirty="0">
                          <a:solidFill>
                            <a:schemeClr val="bg1"/>
                          </a:solidFill>
                        </a:rPr>
                        <a:t>Man Days Effort</a:t>
                      </a:r>
                    </a:p>
                  </a:txBody>
                  <a:tcPr anchor="ctr">
                    <a:solidFill>
                      <a:schemeClr val="tx1">
                        <a:lumMod val="65000"/>
                        <a:lumOff val="35000"/>
                      </a:schemeClr>
                    </a:solidFill>
                  </a:tcPr>
                </a:tc>
                <a:tc>
                  <a:txBody>
                    <a:bodyPr/>
                    <a:lstStyle/>
                    <a:p>
                      <a:r>
                        <a:rPr lang="en-PK" b="0" dirty="0"/>
                        <a:t>200 man days</a:t>
                      </a:r>
                    </a:p>
                  </a:txBody>
                  <a:tcPr anchor="ctr">
                    <a:solidFill>
                      <a:schemeClr val="accent4">
                        <a:lumMod val="60000"/>
                        <a:lumOff val="40000"/>
                      </a:schemeClr>
                    </a:solidFill>
                  </a:tcPr>
                </a:tc>
                <a:extLst>
                  <a:ext uri="{0D108BD9-81ED-4DB2-BD59-A6C34878D82A}">
                    <a16:rowId xmlns:a16="http://schemas.microsoft.com/office/drawing/2014/main" val="799647959"/>
                  </a:ext>
                </a:extLst>
              </a:tr>
              <a:tr h="513244">
                <a:tc>
                  <a:txBody>
                    <a:bodyPr/>
                    <a:lstStyle/>
                    <a:p>
                      <a:r>
                        <a:rPr lang="en-PK" dirty="0">
                          <a:solidFill>
                            <a:schemeClr val="bg1"/>
                          </a:solidFill>
                        </a:rPr>
                        <a:t>Duration</a:t>
                      </a:r>
                    </a:p>
                  </a:txBody>
                  <a:tcPr anchor="ctr">
                    <a:solidFill>
                      <a:schemeClr val="tx1">
                        <a:lumMod val="65000"/>
                        <a:lumOff val="35000"/>
                      </a:schemeClr>
                    </a:solidFill>
                  </a:tcPr>
                </a:tc>
                <a:tc>
                  <a:txBody>
                    <a:bodyPr/>
                    <a:lstStyle/>
                    <a:p>
                      <a:r>
                        <a:rPr lang="en-PK" dirty="0"/>
                        <a:t>20 weeks</a:t>
                      </a:r>
                    </a:p>
                  </a:txBody>
                  <a:tcPr anchor="ctr">
                    <a:solidFill>
                      <a:schemeClr val="accent4">
                        <a:lumMod val="60000"/>
                        <a:lumOff val="40000"/>
                      </a:schemeClr>
                    </a:solidFill>
                  </a:tcPr>
                </a:tc>
                <a:extLst>
                  <a:ext uri="{0D108BD9-81ED-4DB2-BD59-A6C34878D82A}">
                    <a16:rowId xmlns:a16="http://schemas.microsoft.com/office/drawing/2014/main" val="2030617026"/>
                  </a:ext>
                </a:extLst>
              </a:tr>
              <a:tr h="552927">
                <a:tc>
                  <a:txBody>
                    <a:bodyPr/>
                    <a:lstStyle/>
                    <a:p>
                      <a:r>
                        <a:rPr lang="en-PK" dirty="0">
                          <a:solidFill>
                            <a:schemeClr val="bg1"/>
                          </a:solidFill>
                        </a:rPr>
                        <a:t>Fir</a:t>
                      </a:r>
                      <a:r>
                        <a:rPr lang="en-GB" dirty="0" err="1">
                          <a:solidFill>
                            <a:schemeClr val="bg1"/>
                          </a:solidFill>
                        </a:rPr>
                        <a:t>st</a:t>
                      </a:r>
                      <a:r>
                        <a:rPr lang="en-PK" dirty="0">
                          <a:solidFill>
                            <a:schemeClr val="bg1"/>
                          </a:solidFill>
                        </a:rPr>
                        <a:t> cut </a:t>
                      </a:r>
                      <a:r>
                        <a:rPr lang="en-PK" sz="1600" dirty="0">
                          <a:solidFill>
                            <a:schemeClr val="bg1"/>
                          </a:solidFill>
                        </a:rPr>
                        <a:t>(Landing Page, Vehicle Listing, Vehicle Details)</a:t>
                      </a:r>
                      <a:endParaRPr lang="en-PK" dirty="0">
                        <a:solidFill>
                          <a:schemeClr val="bg1"/>
                        </a:solidFill>
                      </a:endParaRPr>
                    </a:p>
                  </a:txBody>
                  <a:tcPr anchor="ctr">
                    <a:solidFill>
                      <a:schemeClr val="tx1">
                        <a:lumMod val="65000"/>
                        <a:lumOff val="35000"/>
                      </a:schemeClr>
                    </a:solidFill>
                  </a:tcPr>
                </a:tc>
                <a:tc>
                  <a:txBody>
                    <a:bodyPr/>
                    <a:lstStyle/>
                    <a:p>
                      <a:r>
                        <a:rPr lang="en-PK" dirty="0"/>
                        <a:t>4 weeks</a:t>
                      </a:r>
                    </a:p>
                  </a:txBody>
                  <a:tcPr anchor="ctr">
                    <a:solidFill>
                      <a:schemeClr val="accent4">
                        <a:lumMod val="60000"/>
                        <a:lumOff val="40000"/>
                      </a:schemeClr>
                    </a:solidFill>
                  </a:tcPr>
                </a:tc>
                <a:extLst>
                  <a:ext uri="{0D108BD9-81ED-4DB2-BD59-A6C34878D82A}">
                    <a16:rowId xmlns:a16="http://schemas.microsoft.com/office/drawing/2014/main" val="528102863"/>
                  </a:ext>
                </a:extLst>
              </a:tr>
              <a:tr h="700133">
                <a:tc>
                  <a:txBody>
                    <a:bodyPr/>
                    <a:lstStyle/>
                    <a:p>
                      <a:r>
                        <a:rPr lang="en-PK" sz="2000" b="1" dirty="0">
                          <a:solidFill>
                            <a:schemeClr val="bg1"/>
                          </a:solidFill>
                        </a:rPr>
                        <a:t>Total Cost</a:t>
                      </a:r>
                    </a:p>
                  </a:txBody>
                  <a:tcPr anchor="ctr">
                    <a:solidFill>
                      <a:schemeClr val="tx1">
                        <a:lumMod val="65000"/>
                        <a:lumOff val="35000"/>
                      </a:schemeClr>
                    </a:solidFill>
                  </a:tcPr>
                </a:tc>
                <a:tc>
                  <a:txBody>
                    <a:bodyPr/>
                    <a:lstStyle/>
                    <a:p>
                      <a:r>
                        <a:rPr lang="en-PK" sz="2000" b="1" dirty="0"/>
                        <a:t>US</a:t>
                      </a:r>
                      <a:r>
                        <a:rPr lang="en-PK" sz="2000" b="1"/>
                        <a:t>$ 2,000</a:t>
                      </a:r>
                      <a:endParaRPr lang="en-PK" sz="2000" b="1" dirty="0"/>
                    </a:p>
                  </a:txBody>
                  <a:tcPr anchor="ctr">
                    <a:solidFill>
                      <a:schemeClr val="accent4">
                        <a:lumMod val="60000"/>
                        <a:lumOff val="40000"/>
                      </a:schemeClr>
                    </a:solidFill>
                  </a:tcPr>
                </a:tc>
                <a:extLst>
                  <a:ext uri="{0D108BD9-81ED-4DB2-BD59-A6C34878D82A}">
                    <a16:rowId xmlns:a16="http://schemas.microsoft.com/office/drawing/2014/main" val="236528926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5C5C8-47AC-9B52-AF59-81E98F359BDB}"/>
              </a:ext>
            </a:extLst>
          </p:cNvPr>
          <p:cNvSpPr>
            <a:spLocks noGrp="1"/>
          </p:cNvSpPr>
          <p:nvPr>
            <p:ph type="title"/>
          </p:nvPr>
        </p:nvSpPr>
        <p:spPr>
          <a:xfrm>
            <a:off x="194882" y="2895133"/>
            <a:ext cx="11360800" cy="763600"/>
          </a:xfrm>
        </p:spPr>
        <p:txBody>
          <a:bodyPr/>
          <a:lstStyle/>
          <a:p>
            <a:pPr algn="ctr"/>
            <a:r>
              <a:rPr lang="en-PK" sz="4800" b="1" dirty="0">
                <a:latin typeface="Nunito" pitchFamily="2" charset="77"/>
              </a:rPr>
              <a:t>Thank </a:t>
            </a:r>
            <a:r>
              <a:rPr lang="en-PK" sz="4800" dirty="0">
                <a:solidFill>
                  <a:srgbClr val="F8482C"/>
                </a:solidFill>
                <a:latin typeface="Nunito ExtraBold"/>
              </a:rPr>
              <a:t>You</a:t>
            </a:r>
          </a:p>
        </p:txBody>
      </p:sp>
      <p:pic>
        <p:nvPicPr>
          <p:cNvPr id="3" name="Picture 2" descr="Icon&#10;&#10;Description automatically generated">
            <a:extLst>
              <a:ext uri="{FF2B5EF4-FFF2-40B4-BE49-F238E27FC236}">
                <a16:creationId xmlns:a16="http://schemas.microsoft.com/office/drawing/2014/main" id="{9D7F82C6-A467-A11B-8026-ADB68945F2A5}"/>
              </a:ext>
            </a:extLst>
          </p:cNvPr>
          <p:cNvPicPr>
            <a:picLocks noChangeAspect="1"/>
          </p:cNvPicPr>
          <p:nvPr/>
        </p:nvPicPr>
        <p:blipFill>
          <a:blip r:embed="rId2"/>
          <a:stretch>
            <a:fillRect/>
          </a:stretch>
        </p:blipFill>
        <p:spPr>
          <a:xfrm>
            <a:off x="11080065" y="151079"/>
            <a:ext cx="736656" cy="870547"/>
          </a:xfrm>
          <a:prstGeom prst="rect">
            <a:avLst/>
          </a:prstGeom>
        </p:spPr>
      </p:pic>
    </p:spTree>
    <p:extLst>
      <p:ext uri="{BB962C8B-B14F-4D97-AF65-F5344CB8AC3E}">
        <p14:creationId xmlns:p14="http://schemas.microsoft.com/office/powerpoint/2010/main" val="424318334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9709B6071AE34886430B391C1A1DB6" ma:contentTypeVersion="17" ma:contentTypeDescription="Create a new document." ma:contentTypeScope="" ma:versionID="72a354de429848e3d02f2058f59675dc">
  <xsd:schema xmlns:xsd="http://www.w3.org/2001/XMLSchema" xmlns:xs="http://www.w3.org/2001/XMLSchema" xmlns:p="http://schemas.microsoft.com/office/2006/metadata/properties" xmlns:ns2="37ecb5c3-ae92-4d97-9694-9f8c8bfe7976" xmlns:ns3="cc38bc95-349a-4667-94ec-068d2396517b" targetNamespace="http://schemas.microsoft.com/office/2006/metadata/properties" ma:root="true" ma:fieldsID="719ae25ae8c04ca8d1205eccf83b929f" ns2:_="" ns3:_="">
    <xsd:import namespace="37ecb5c3-ae92-4d97-9694-9f8c8bfe7976"/>
    <xsd:import namespace="cc38bc95-349a-4667-94ec-068d2396517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ecb5c3-ae92-4d97-9694-9f8c8bfe797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4124b8c-fe85-4baf-b471-a3b4993a948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38bc95-349a-4667-94ec-068d2396517b"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69e4cbc1-d251-4f80-a692-befdb42bfc72}" ma:internalName="TaxCatchAll" ma:showField="CatchAllData" ma:web="cc38bc95-349a-4667-94ec-068d2396517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c38bc95-349a-4667-94ec-068d2396517b" xsi:nil="true"/>
    <lcf76f155ced4ddcb4097134ff3c332f xmlns="37ecb5c3-ae92-4d97-9694-9f8c8bfe797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E51D557-493A-4533-AF6B-86700D1576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ecb5c3-ae92-4d97-9694-9f8c8bfe7976"/>
    <ds:schemaRef ds:uri="cc38bc95-349a-4667-94ec-068d239651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83C182-1BAA-4C11-953A-93EE60573C37}">
  <ds:schemaRefs>
    <ds:schemaRef ds:uri="http://schemas.microsoft.com/sharepoint/v3/contenttype/forms"/>
  </ds:schemaRefs>
</ds:datastoreItem>
</file>

<file path=customXml/itemProps3.xml><?xml version="1.0" encoding="utf-8"?>
<ds:datastoreItem xmlns:ds="http://schemas.openxmlformats.org/officeDocument/2006/customXml" ds:itemID="{4109F68A-7E5C-456F-B98C-0020F4324EEA}">
  <ds:schemaRefs>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http://schemas.microsoft.com/office/2006/metadata/properties"/>
    <ds:schemaRef ds:uri="http://www.w3.org/XML/1998/namespace"/>
    <ds:schemaRef ds:uri="37ecb5c3-ae92-4d97-9694-9f8c8bfe7976"/>
    <ds:schemaRef ds:uri="http://purl.org/dc/dcmitype/"/>
    <ds:schemaRef ds:uri="http://purl.org/dc/elements/1.1/"/>
    <ds:schemaRef ds:uri="cc38bc95-349a-4667-94ec-068d2396517b"/>
  </ds:schemaRefs>
</ds:datastoreItem>
</file>

<file path=docProps/app.xml><?xml version="1.0" encoding="utf-8"?>
<Properties xmlns="http://schemas.openxmlformats.org/officeDocument/2006/extended-properties" xmlns:vt="http://schemas.openxmlformats.org/officeDocument/2006/docPropsVTypes">
  <Template>office theme</Template>
  <TotalTime>3447</TotalTime>
  <Words>682</Words>
  <Application>Microsoft Macintosh PowerPoint</Application>
  <PresentationFormat>Widescreen</PresentationFormat>
  <Paragraphs>90</Paragraphs>
  <Slides>10</Slides>
  <Notes>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vt:i4>
      </vt:variant>
    </vt:vector>
  </HeadingPairs>
  <TitlesOfParts>
    <vt:vector size="20" baseType="lpstr">
      <vt:lpstr>Arial</vt:lpstr>
      <vt:lpstr>Calibri</vt:lpstr>
      <vt:lpstr>Calibri Light</vt:lpstr>
      <vt:lpstr>Neue Haas Grotesk Text Pro</vt:lpstr>
      <vt:lpstr>Nunito</vt:lpstr>
      <vt:lpstr>Nunito Black</vt:lpstr>
      <vt:lpstr>Nunito ExtraBold</vt:lpstr>
      <vt:lpstr>Roboto</vt:lpstr>
      <vt:lpstr>office theme</vt:lpstr>
      <vt:lpstr>Simple Light</vt:lpstr>
      <vt:lpstr>Technical &amp; Financial Proposal for Automotive Dealership Marketing and Selling Application</vt:lpstr>
      <vt:lpstr>PowerPoint Presentation</vt:lpstr>
      <vt:lpstr>Leadership Team</vt:lpstr>
      <vt:lpstr>Technical &amp; Financial Proposal</vt:lpstr>
      <vt:lpstr>Scope of the Application </vt:lpstr>
      <vt:lpstr>Technology Stack </vt:lpstr>
      <vt:lpstr>Tentative Sprints Plan (20 Weeks) </vt:lpstr>
      <vt:lpstr>Tentative Sprints Plan (10 Weeks) </vt:lpstr>
      <vt:lpstr>Effort &amp; Cost Estimates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Shoaib Akmal</dc:creator>
  <cp:lastModifiedBy>Waleed Ahmed</cp:lastModifiedBy>
  <cp:revision>168</cp:revision>
  <dcterms:created xsi:type="dcterms:W3CDTF">2021-10-10T08:33:40Z</dcterms:created>
  <dcterms:modified xsi:type="dcterms:W3CDTF">2026-02-17T12:27:38Z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0x010100AF9709B6071AE34886430B391C1A1DB6</vt:lpwstr>
  </property>
  <property fmtid="{D5CDD505-2E9C-101B-9397-08002B2CF9AE}" pid="3" name="MediaServiceImageTags">
    <vt:lpwstr/>
  </property>
</Properties>
</file>